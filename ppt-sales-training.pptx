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wdp" ContentType="image/vnd.ms-photo"/>
  <Default Extension="svg" ContentType="image/svg+xml"/>
  <Default Extension="rels" ContentType="application/vnd.openxmlformats-package.relationships+xml"/>
  <Override PartName="/ppt/presentation.xml" ContentType="application/vnd.openxmlformats-officedocument.presentationml.presentation.main+xml"/>
  <Override PartName="/ppt/slides/slide7.xml" ContentType="application/vnd.openxmlformats-officedocument.presentationml.slide+xml"/>
  <Override PartName="/ppt/notesSlides/notesSlide7.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slideLayouts/slideLayout18.xml" ContentType="application/vnd.openxmlformats-officedocument.presentationml.slideLayout+xml"/>
  <Override PartName="/ppt/slideMasters/slideMaster1.xml" ContentType="application/vnd.openxmlformats-officedocument.presentationml.slideMaster+xml"/>
  <Override PartName="/ppt/slideLayouts/slideLayout13.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theme/theme1.xml" ContentType="application/vnd.openxmlformats-officedocument.theme+xml"/>
  <Override PartName="/ppt/slideLayouts/slideLayout15.xml" ContentType="application/vnd.openxmlformats-officedocument.presentationml.slideLayout+xml"/>
  <Override PartName="/ppt/slideLayouts/slideLayout19.xml" ContentType="application/vnd.openxmlformats-officedocument.presentationml.slideLayout+xml"/>
  <Override PartName="/ppt/slideLayouts/slideLayout14.xml" ContentType="application/vnd.openxmlformats-officedocument.presentationml.slideLayout+xml"/>
  <Override PartName="/ppt/presProps.xml" ContentType="application/vnd.openxmlformats-officedocument.presentationml.presProps+xml"/>
  <Override PartName="/ppt/slides/slide2.xml" ContentType="application/vnd.openxmlformats-officedocument.presentationml.slide+xml"/>
  <Override PartName="/ppt/notesSlides/notesSlide2.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handoutMasters/handoutMaster1.xml" ContentType="application/vnd.openxmlformats-officedocument.presentationml.handoutMaster+xml"/>
  <Override PartName="/ppt/theme/theme3.xml" ContentType="application/vnd.openxmlformats-officedocument.theme+xml"/>
  <Override PartName="/ppt/changesInfos/changesInfo1.xml" ContentType="application/vnd.ms-powerpoint.changesinfo+xml"/>
  <Override PartName="/ppt/slides/slide1.xml" ContentType="application/vnd.openxmlformats-officedocument.presentationml.slide+xml"/>
  <Override PartName="/ppt/notesSlides/notesSlide1.xml" ContentType="application/vnd.openxmlformats-officedocument.presentationml.notesSlide+xml"/>
  <Override PartName="/ppt/tableStyles.xml" ContentType="application/vnd.openxmlformats-officedocument.presentationml.tableStyles+xml"/>
  <Override PartName="/ppt/slides/slide5.xml" ContentType="application/vnd.openxmlformats-officedocument.presentationml.slide+xml"/>
  <Override PartName="/ppt/notesSlides/notesSlide5.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9.xml" ContentType="application/vnd.openxmlformats-officedocument.presentationml.slide+xml"/>
  <Override PartName="/ppt/slides/slide3.xml" ContentType="application/vnd.openxmlformats-officedocument.presentationml.slide+xml"/>
  <Override PartName="/ppt/notesSlides/notesSlide3.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viewProps.xml" ContentType="application/vnd.openxmlformats-officedocument.presentationml.viewProps+xml"/>
  <Override PartName="/docProps/app.xml" ContentType="application/vnd.openxmlformats-officedocument.extended-properties+xml"/>
</Types>
</file>

<file path=_rels/.rels>&#65279;<?xml version="1.0" encoding="utf-8"?><Relationships xmlns="http://schemas.openxmlformats.org/package/2006/relationships"><Relationship Type="http://schemas.openxmlformats.org/package/2006/relationships/metadata/core-properties" Target="/docProps/core.xml" Id="rId3" /><Relationship Type="http://schemas.openxmlformats.org/package/2006/relationships/metadata/thumbnail" Target="/docProps/thumbnail.jpeg" Id="rId2" /><Relationship Type="http://schemas.openxmlformats.org/officeDocument/2006/relationships/officeDocument" Target="/ppt/presentation.xml" Id="rId1" /><Relationship Type="http://schemas.openxmlformats.org/officeDocument/2006/relationships/extended-properties" Target="/docProps/app.xml" Id="rId4" /></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handoutMasterIdLst>
    <p:handoutMasterId r:id="rId12"/>
  </p:handoutMasterIdLst>
  <p:sldIdLst>
    <p:sldId id="257" r:id="rId2"/>
    <p:sldId id="264" r:id="rId3"/>
    <p:sldId id="258" r:id="rId4"/>
    <p:sldId id="265" r:id="rId5"/>
    <p:sldId id="259" r:id="rId6"/>
    <p:sldId id="260" r:id="rId7"/>
    <p:sldId id="261" r:id="rId8"/>
    <p:sldId id="262" r:id="rId9"/>
    <p:sldId id="27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ED3D6"/>
    <a:srgbClr val="378D5E"/>
    <a:srgbClr val="42A870"/>
    <a:srgbClr val="69C593"/>
    <a:srgbClr val="ACDEC3"/>
    <a:srgbClr val="DBF1E5"/>
    <a:srgbClr val="6EE2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5841" autoAdjust="0"/>
  </p:normalViewPr>
  <p:slideViewPr>
    <p:cSldViewPr snapToGrid="0">
      <p:cViewPr varScale="1">
        <p:scale>
          <a:sx n="73" d="100"/>
          <a:sy n="73" d="100"/>
        </p:scale>
        <p:origin x="1070" y="62"/>
      </p:cViewPr>
      <p:guideLst/>
    </p:cSldViewPr>
  </p:slideViewPr>
  <p:notesTextViewPr>
    <p:cViewPr>
      <p:scale>
        <a:sx n="1" d="1"/>
        <a:sy n="1" d="1"/>
      </p:scale>
      <p:origin x="0" y="0"/>
    </p:cViewPr>
  </p:notesTextViewPr>
  <p:notesViewPr>
    <p:cSldViewPr snapToGrid="0">
      <p:cViewPr varScale="1">
        <p:scale>
          <a:sx n="65" d="100"/>
          <a:sy n="65" d="100"/>
        </p:scale>
        <p:origin x="2299" y="38"/>
      </p:cViewPr>
      <p:guideLst/>
    </p:cSldViewPr>
  </p:notesViewPr>
  <p:gridSpacing cx="72008" cy="72008"/>
</p:viewPr>
</file>

<file path=ppt/_rels/presentation.xml.rels>&#65279;<?xml version="1.0" encoding="utf-8"?><Relationships xmlns="http://schemas.openxmlformats.org/package/2006/relationships"><Relationship Type="http://schemas.openxmlformats.org/officeDocument/2006/relationships/slide" Target="/ppt/slides/slide7.xml" Id="rId8" /><Relationship Type="http://schemas.openxmlformats.org/officeDocument/2006/relationships/presProps" Target="/ppt/presProps.xml" Id="rId13" /><Relationship Type="http://schemas.openxmlformats.org/officeDocument/2006/relationships/slide" Target="/ppt/slides/slide2.xml" Id="rId3" /><Relationship Type="http://schemas.openxmlformats.org/officeDocument/2006/relationships/slide" Target="/ppt/slides/slide6.xml" Id="rId7" /><Relationship Type="http://schemas.openxmlformats.org/officeDocument/2006/relationships/handoutMaster" Target="/ppt/handoutMasters/handoutMaster1.xml" Id="rId12" /><Relationship Type="http://schemas.microsoft.com/office/2016/11/relationships/changesInfo" Target="/ppt/changesInfos/changesInfo1.xml" Id="rId17" /><Relationship Type="http://schemas.openxmlformats.org/officeDocument/2006/relationships/slide" Target="/ppt/slides/slide1.xml" Id="rId2" /><Relationship Type="http://schemas.openxmlformats.org/officeDocument/2006/relationships/tableStyles" Target="/ppt/tableStyles.xml" Id="rId16" /><Relationship Type="http://schemas.openxmlformats.org/officeDocument/2006/relationships/slideMaster" Target="/ppt/slideMasters/slideMaster1.xml" Id="rId1" /><Relationship Type="http://schemas.openxmlformats.org/officeDocument/2006/relationships/slide" Target="/ppt/slides/slide5.xml" Id="rId6" /><Relationship Type="http://schemas.openxmlformats.org/officeDocument/2006/relationships/notesMaster" Target="/ppt/notesMasters/notesMaster1.xml" Id="rId11" /><Relationship Type="http://schemas.openxmlformats.org/officeDocument/2006/relationships/slide" Target="/ppt/slides/slide4.xml" Id="rId5" /><Relationship Type="http://schemas.openxmlformats.org/officeDocument/2006/relationships/theme" Target="/ppt/theme/theme1.xml" Id="rId15" /><Relationship Type="http://schemas.openxmlformats.org/officeDocument/2006/relationships/slide" Target="/ppt/slides/slide9.xml" Id="rId10" /><Relationship Type="http://schemas.openxmlformats.org/officeDocument/2006/relationships/slide" Target="/ppt/slides/slide3.xml" Id="rId4" /><Relationship Type="http://schemas.openxmlformats.org/officeDocument/2006/relationships/slide" Target="/ppt/slides/slide8.xml" Id="rId9" /><Relationship Type="http://schemas.openxmlformats.org/officeDocument/2006/relationships/viewProps" Target="/ppt/viewProps.xml" Id="rId14"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it sankhyan" userId="664d5bfb5de54676" providerId="LiveId" clId="{E724D3F4-D7C8-46C1-AB87-B68205E82753}"/>
    <pc:docChg chg="undo custSel addSld delSld modSld sldOrd modMainMaster">
      <pc:chgData name="amit sankhyan" userId="664d5bfb5de54676" providerId="LiveId" clId="{E724D3F4-D7C8-46C1-AB87-B68205E82753}" dt="2025-03-12T09:33:59.136" v="1122" actId="14100"/>
      <pc:docMkLst>
        <pc:docMk/>
      </pc:docMkLst>
      <pc:sldChg chg="del">
        <pc:chgData name="amit sankhyan" userId="664d5bfb5de54676" providerId="LiveId" clId="{E724D3F4-D7C8-46C1-AB87-B68205E82753}" dt="2025-03-11T14:29:43.807" v="86" actId="47"/>
        <pc:sldMkLst>
          <pc:docMk/>
          <pc:sldMk cId="2142362327" sldId="256"/>
        </pc:sldMkLst>
      </pc:sldChg>
      <pc:sldChg chg="addSp delSp modSp mod ord modTransition modAnim modNotesTx">
        <pc:chgData name="amit sankhyan" userId="664d5bfb5de54676" providerId="LiveId" clId="{E724D3F4-D7C8-46C1-AB87-B68205E82753}" dt="2025-03-11T16:05:09.361" v="859"/>
        <pc:sldMkLst>
          <pc:docMk/>
          <pc:sldMk cId="0" sldId="257"/>
        </pc:sldMkLst>
        <pc:spChg chg="mod">
          <ac:chgData name="amit sankhyan" userId="664d5bfb5de54676" providerId="LiveId" clId="{E724D3F4-D7C8-46C1-AB87-B68205E82753}" dt="2025-03-11T14:51:09.077" v="166" actId="255"/>
          <ac:spMkLst>
            <pc:docMk/>
            <pc:sldMk cId="0" sldId="257"/>
            <ac:spMk id="3" creationId="{00000000-0000-0000-0000-000000000000}"/>
          </ac:spMkLst>
        </pc:spChg>
        <pc:spChg chg="del mod">
          <ac:chgData name="amit sankhyan" userId="664d5bfb5de54676" providerId="LiveId" clId="{E724D3F4-D7C8-46C1-AB87-B68205E82753}" dt="2025-03-11T15:33:59.648" v="336" actId="478"/>
          <ac:spMkLst>
            <pc:docMk/>
            <pc:sldMk cId="0" sldId="257"/>
            <ac:spMk id="4" creationId="{00000000-0000-0000-0000-000000000000}"/>
          </ac:spMkLst>
        </pc:spChg>
        <pc:spChg chg="add mod">
          <ac:chgData name="amit sankhyan" userId="664d5bfb5de54676" providerId="LiveId" clId="{E724D3F4-D7C8-46C1-AB87-B68205E82753}" dt="2025-03-11T15:33:48.295" v="334" actId="1076"/>
          <ac:spMkLst>
            <pc:docMk/>
            <pc:sldMk cId="0" sldId="257"/>
            <ac:spMk id="11" creationId="{EE8692C5-4688-4CA5-4BC9-5726A63D6BCC}"/>
          </ac:spMkLst>
        </pc:spChg>
        <pc:picChg chg="del">
          <ac:chgData name="amit sankhyan" userId="664d5bfb5de54676" providerId="LiveId" clId="{E724D3F4-D7C8-46C1-AB87-B68205E82753}" dt="2025-03-11T15:13:02.921" v="188" actId="478"/>
          <ac:picMkLst>
            <pc:docMk/>
            <pc:sldMk cId="0" sldId="257"/>
            <ac:picMk id="2" creationId="{00000000-0000-0000-0000-000000000000}"/>
          </ac:picMkLst>
        </pc:picChg>
        <pc:picChg chg="add del mod">
          <ac:chgData name="amit sankhyan" userId="664d5bfb5de54676" providerId="LiveId" clId="{E724D3F4-D7C8-46C1-AB87-B68205E82753}" dt="2025-03-11T15:08:56.720" v="186" actId="478"/>
          <ac:picMkLst>
            <pc:docMk/>
            <pc:sldMk cId="0" sldId="257"/>
            <ac:picMk id="9" creationId="{E8C363FA-DF75-7874-156E-9FC1377B5261}"/>
          </ac:picMkLst>
        </pc:picChg>
        <pc:picChg chg="add del">
          <ac:chgData name="amit sankhyan" userId="664d5bfb5de54676" providerId="LiveId" clId="{E724D3F4-D7C8-46C1-AB87-B68205E82753}" dt="2025-03-11T15:13:02.921" v="188" actId="478"/>
          <ac:picMkLst>
            <pc:docMk/>
            <pc:sldMk cId="0" sldId="257"/>
            <ac:picMk id="1026" creationId="{68254607-764B-6D8E-59B0-0BB5B4DD208E}"/>
          </ac:picMkLst>
        </pc:picChg>
        <pc:picChg chg="add mod">
          <ac:chgData name="amit sankhyan" userId="664d5bfb5de54676" providerId="LiveId" clId="{E724D3F4-D7C8-46C1-AB87-B68205E82753}" dt="2025-03-11T15:31:24.584" v="325"/>
          <ac:picMkLst>
            <pc:docMk/>
            <pc:sldMk cId="0" sldId="257"/>
            <ac:picMk id="1028" creationId="{6BE42089-B18C-DA91-8A4B-AE80B754BBC7}"/>
          </ac:picMkLst>
        </pc:picChg>
      </pc:sldChg>
      <pc:sldChg chg="addSp delSp modSp mod modTransition modAnim modNotesTx">
        <pc:chgData name="amit sankhyan" userId="664d5bfb5de54676" providerId="LiveId" clId="{E724D3F4-D7C8-46C1-AB87-B68205E82753}" dt="2025-03-11T16:08:50.397" v="898"/>
        <pc:sldMkLst>
          <pc:docMk/>
          <pc:sldMk cId="0" sldId="258"/>
        </pc:sldMkLst>
        <pc:spChg chg="mod">
          <ac:chgData name="amit sankhyan" userId="664d5bfb5de54676" providerId="LiveId" clId="{E724D3F4-D7C8-46C1-AB87-B68205E82753}" dt="2025-03-11T16:07:23.768" v="881" actId="14100"/>
          <ac:spMkLst>
            <pc:docMk/>
            <pc:sldMk cId="0" sldId="258"/>
            <ac:spMk id="3" creationId="{00000000-0000-0000-0000-000000000000}"/>
          </ac:spMkLst>
        </pc:spChg>
        <pc:spChg chg="del mod">
          <ac:chgData name="amit sankhyan" userId="664d5bfb5de54676" providerId="LiveId" clId="{E724D3F4-D7C8-46C1-AB87-B68205E82753}" dt="2025-03-11T15:36:11.525" v="461" actId="478"/>
          <ac:spMkLst>
            <pc:docMk/>
            <pc:sldMk cId="0" sldId="258"/>
            <ac:spMk id="5" creationId="{00000000-0000-0000-0000-000000000000}"/>
          </ac:spMkLst>
        </pc:spChg>
        <pc:spChg chg="mod">
          <ac:chgData name="amit sankhyan" userId="664d5bfb5de54676" providerId="LiveId" clId="{E724D3F4-D7C8-46C1-AB87-B68205E82753}" dt="2025-03-11T16:07:23.768" v="881" actId="14100"/>
          <ac:spMkLst>
            <pc:docMk/>
            <pc:sldMk cId="0" sldId="258"/>
            <ac:spMk id="6" creationId="{00000000-0000-0000-0000-000000000000}"/>
          </ac:spMkLst>
        </pc:spChg>
        <pc:spChg chg="mod">
          <ac:chgData name="amit sankhyan" userId="664d5bfb5de54676" providerId="LiveId" clId="{E724D3F4-D7C8-46C1-AB87-B68205E82753}" dt="2025-03-11T15:37:53.879" v="476" actId="1076"/>
          <ac:spMkLst>
            <pc:docMk/>
            <pc:sldMk cId="0" sldId="258"/>
            <ac:spMk id="7" creationId="{00000000-0000-0000-0000-000000000000}"/>
          </ac:spMkLst>
        </pc:spChg>
        <pc:spChg chg="mod">
          <ac:chgData name="amit sankhyan" userId="664d5bfb5de54676" providerId="LiveId" clId="{E724D3F4-D7C8-46C1-AB87-B68205E82753}" dt="2025-03-11T15:37:53.879" v="476" actId="1076"/>
          <ac:spMkLst>
            <pc:docMk/>
            <pc:sldMk cId="0" sldId="258"/>
            <ac:spMk id="10" creationId="{00000000-0000-0000-0000-000000000000}"/>
          </ac:spMkLst>
        </pc:spChg>
        <pc:spChg chg="del">
          <ac:chgData name="amit sankhyan" userId="664d5bfb5de54676" providerId="LiveId" clId="{E724D3F4-D7C8-46C1-AB87-B68205E82753}" dt="2025-03-11T15:15:26.593" v="205" actId="478"/>
          <ac:spMkLst>
            <pc:docMk/>
            <pc:sldMk cId="0" sldId="258"/>
            <ac:spMk id="11" creationId="{00000000-0000-0000-0000-000000000000}"/>
          </ac:spMkLst>
        </pc:spChg>
        <pc:spChg chg="mod">
          <ac:chgData name="amit sankhyan" userId="664d5bfb5de54676" providerId="LiveId" clId="{E724D3F4-D7C8-46C1-AB87-B68205E82753}" dt="2025-03-11T15:37:53.879" v="476" actId="1076"/>
          <ac:spMkLst>
            <pc:docMk/>
            <pc:sldMk cId="0" sldId="258"/>
            <ac:spMk id="13" creationId="{00000000-0000-0000-0000-000000000000}"/>
          </ac:spMkLst>
        </pc:spChg>
        <pc:spChg chg="del mod">
          <ac:chgData name="amit sankhyan" userId="664d5bfb5de54676" providerId="LiveId" clId="{E724D3F4-D7C8-46C1-AB87-B68205E82753}" dt="2025-03-11T15:37:24.658" v="473" actId="478"/>
          <ac:spMkLst>
            <pc:docMk/>
            <pc:sldMk cId="0" sldId="258"/>
            <ac:spMk id="14" creationId="{00000000-0000-0000-0000-000000000000}"/>
          </ac:spMkLst>
        </pc:spChg>
        <pc:spChg chg="del mod">
          <ac:chgData name="amit sankhyan" userId="664d5bfb5de54676" providerId="LiveId" clId="{E724D3F4-D7C8-46C1-AB87-B68205E82753}" dt="2025-03-11T15:37:26.946" v="474" actId="478"/>
          <ac:spMkLst>
            <pc:docMk/>
            <pc:sldMk cId="0" sldId="258"/>
            <ac:spMk id="15" creationId="{00000000-0000-0000-0000-000000000000}"/>
          </ac:spMkLst>
        </pc:spChg>
        <pc:spChg chg="mod">
          <ac:chgData name="amit sankhyan" userId="664d5bfb5de54676" providerId="LiveId" clId="{E724D3F4-D7C8-46C1-AB87-B68205E82753}" dt="2025-03-11T16:07:28.649" v="882" actId="14100"/>
          <ac:spMkLst>
            <pc:docMk/>
            <pc:sldMk cId="0" sldId="258"/>
            <ac:spMk id="16" creationId="{E905631B-3177-CD5B-BF71-5A554FDC85E8}"/>
          </ac:spMkLst>
        </pc:spChg>
        <pc:picChg chg="del">
          <ac:chgData name="amit sankhyan" userId="664d5bfb5de54676" providerId="LiveId" clId="{E724D3F4-D7C8-46C1-AB87-B68205E82753}" dt="2025-03-11T15:14:01.531" v="196" actId="478"/>
          <ac:picMkLst>
            <pc:docMk/>
            <pc:sldMk cId="0" sldId="258"/>
            <ac:picMk id="2" creationId="{00000000-0000-0000-0000-000000000000}"/>
          </ac:picMkLst>
        </pc:picChg>
        <pc:picChg chg="add mod">
          <ac:chgData name="amit sankhyan" userId="664d5bfb5de54676" providerId="LiveId" clId="{E724D3F4-D7C8-46C1-AB87-B68205E82753}" dt="2025-03-11T15:15:22.662" v="204" actId="14100"/>
          <ac:picMkLst>
            <pc:docMk/>
            <pc:sldMk cId="0" sldId="258"/>
            <ac:picMk id="2050" creationId="{D07F171A-C591-A4D6-15FA-E000128C0E91}"/>
          </ac:picMkLst>
        </pc:picChg>
      </pc:sldChg>
      <pc:sldChg chg="addSp delSp modSp mod modTransition setBg modAnim modNotesTx">
        <pc:chgData name="amit sankhyan" userId="664d5bfb5de54676" providerId="LiveId" clId="{E724D3F4-D7C8-46C1-AB87-B68205E82753}" dt="2025-03-11T16:39:42.371" v="1106" actId="20577"/>
        <pc:sldMkLst>
          <pc:docMk/>
          <pc:sldMk cId="0" sldId="259"/>
        </pc:sldMkLst>
        <pc:spChg chg="mod">
          <ac:chgData name="amit sankhyan" userId="664d5bfb5de54676" providerId="LiveId" clId="{E724D3F4-D7C8-46C1-AB87-B68205E82753}" dt="2025-03-11T16:39:42.371" v="1106" actId="20577"/>
          <ac:spMkLst>
            <pc:docMk/>
            <pc:sldMk cId="0" sldId="259"/>
            <ac:spMk id="8" creationId="{00000000-0000-0000-0000-000000000000}"/>
          </ac:spMkLst>
        </pc:spChg>
        <pc:spChg chg="mod">
          <ac:chgData name="amit sankhyan" userId="664d5bfb5de54676" providerId="LiveId" clId="{E724D3F4-D7C8-46C1-AB87-B68205E82753}" dt="2025-03-11T15:45:56.236" v="600" actId="1076"/>
          <ac:spMkLst>
            <pc:docMk/>
            <pc:sldMk cId="0" sldId="259"/>
            <ac:spMk id="9" creationId="{00000000-0000-0000-0000-000000000000}"/>
          </ac:spMkLst>
        </pc:spChg>
        <pc:spChg chg="add mod">
          <ac:chgData name="amit sankhyan" userId="664d5bfb5de54676" providerId="LiveId" clId="{E724D3F4-D7C8-46C1-AB87-B68205E82753}" dt="2025-03-11T15:49:15.031" v="621" actId="20577"/>
          <ac:spMkLst>
            <pc:docMk/>
            <pc:sldMk cId="0" sldId="259"/>
            <ac:spMk id="19" creationId="{2FF118EA-438C-1E02-5B7C-B9352D6BE408}"/>
          </ac:spMkLst>
        </pc:spChg>
        <pc:spChg chg="add mod">
          <ac:chgData name="amit sankhyan" userId="664d5bfb5de54676" providerId="LiveId" clId="{E724D3F4-D7C8-46C1-AB87-B68205E82753}" dt="2025-03-11T16:30:57.278" v="1102" actId="108"/>
          <ac:spMkLst>
            <pc:docMk/>
            <pc:sldMk cId="0" sldId="259"/>
            <ac:spMk id="20" creationId="{95F50821-D1DD-FB5F-C8E4-595065B1465A}"/>
          </ac:spMkLst>
        </pc:spChg>
        <pc:picChg chg="add del">
          <ac:chgData name="amit sankhyan" userId="664d5bfb5de54676" providerId="LiveId" clId="{E724D3F4-D7C8-46C1-AB87-B68205E82753}" dt="2025-03-11T15:16:19.469" v="211" actId="21"/>
          <ac:picMkLst>
            <pc:docMk/>
            <pc:sldMk cId="0" sldId="259"/>
            <ac:picMk id="2" creationId="{00000000-0000-0000-0000-000000000000}"/>
          </ac:picMkLst>
        </pc:picChg>
        <pc:picChg chg="add mod">
          <ac:chgData name="amit sankhyan" userId="664d5bfb5de54676" providerId="LiveId" clId="{E724D3F4-D7C8-46C1-AB87-B68205E82753}" dt="2025-03-11T15:19:42.316" v="266"/>
          <ac:picMkLst>
            <pc:docMk/>
            <pc:sldMk cId="0" sldId="259"/>
            <ac:picMk id="17" creationId="{1529FA39-4C95-8745-8CEB-64D99279D372}"/>
          </ac:picMkLst>
        </pc:picChg>
        <pc:picChg chg="add mod">
          <ac:chgData name="amit sankhyan" userId="664d5bfb5de54676" providerId="LiveId" clId="{E724D3F4-D7C8-46C1-AB87-B68205E82753}" dt="2025-03-11T15:49:02.093" v="612" actId="1076"/>
          <ac:picMkLst>
            <pc:docMk/>
            <pc:sldMk cId="0" sldId="259"/>
            <ac:picMk id="18" creationId="{4D4CC397-A9DC-728A-AE83-3533969C7D6E}"/>
          </ac:picMkLst>
        </pc:picChg>
        <pc:picChg chg="add del mod">
          <ac:chgData name="amit sankhyan" userId="664d5bfb5de54676" providerId="LiveId" clId="{E724D3F4-D7C8-46C1-AB87-B68205E82753}" dt="2025-03-11T15:18:02.646" v="216" actId="21"/>
          <ac:picMkLst>
            <pc:docMk/>
            <pc:sldMk cId="0" sldId="259"/>
            <ac:picMk id="3074" creationId="{1529FA39-4C95-8745-8CEB-64D99279D372}"/>
          </ac:picMkLst>
        </pc:picChg>
      </pc:sldChg>
      <pc:sldChg chg="addSp delSp modSp mod modTransition modAnim modNotesTx">
        <pc:chgData name="amit sankhyan" userId="664d5bfb5de54676" providerId="LiveId" clId="{E724D3F4-D7C8-46C1-AB87-B68205E82753}" dt="2025-03-11T16:42:02.764" v="1111" actId="1076"/>
        <pc:sldMkLst>
          <pc:docMk/>
          <pc:sldMk cId="0" sldId="260"/>
        </pc:sldMkLst>
        <pc:spChg chg="mod">
          <ac:chgData name="amit sankhyan" userId="664d5bfb5de54676" providerId="LiveId" clId="{E724D3F4-D7C8-46C1-AB87-B68205E82753}" dt="2025-03-11T16:41:56.278" v="1110" actId="1076"/>
          <ac:spMkLst>
            <pc:docMk/>
            <pc:sldMk cId="0" sldId="260"/>
            <ac:spMk id="4" creationId="{00000000-0000-0000-0000-000000000000}"/>
          </ac:spMkLst>
        </pc:spChg>
        <pc:spChg chg="mod">
          <ac:chgData name="amit sankhyan" userId="664d5bfb5de54676" providerId="LiveId" clId="{E724D3F4-D7C8-46C1-AB87-B68205E82753}" dt="2025-03-11T16:42:02.764" v="1111" actId="1076"/>
          <ac:spMkLst>
            <pc:docMk/>
            <pc:sldMk cId="0" sldId="260"/>
            <ac:spMk id="8" creationId="{00000000-0000-0000-0000-000000000000}"/>
          </ac:spMkLst>
        </pc:spChg>
        <pc:spChg chg="mod">
          <ac:chgData name="amit sankhyan" userId="664d5bfb5de54676" providerId="LiveId" clId="{E724D3F4-D7C8-46C1-AB87-B68205E82753}" dt="2025-03-11T16:41:48.292" v="1109" actId="1076"/>
          <ac:spMkLst>
            <pc:docMk/>
            <pc:sldMk cId="0" sldId="260"/>
            <ac:spMk id="12" creationId="{00000000-0000-0000-0000-000000000000}"/>
          </ac:spMkLst>
        </pc:spChg>
        <pc:spChg chg="del">
          <ac:chgData name="amit sankhyan" userId="664d5bfb5de54676" providerId="LiveId" clId="{E724D3F4-D7C8-46C1-AB87-B68205E82753}" dt="2025-03-11T16:16:49.275" v="981" actId="21"/>
          <ac:spMkLst>
            <pc:docMk/>
            <pc:sldMk cId="0" sldId="260"/>
            <ac:spMk id="20" creationId="{61DE142C-126B-2560-D558-D5D25B80EF3B}"/>
          </ac:spMkLst>
        </pc:spChg>
        <pc:spChg chg="mod topLvl">
          <ac:chgData name="amit sankhyan" userId="664d5bfb5de54676" providerId="LiveId" clId="{E724D3F4-D7C8-46C1-AB87-B68205E82753}" dt="2025-03-11T16:18:24.345" v="996" actId="164"/>
          <ac:spMkLst>
            <pc:docMk/>
            <pc:sldMk cId="0" sldId="260"/>
            <ac:spMk id="28" creationId="{3518D22A-8B55-43E8-BB1C-AC6BD072ED2D}"/>
          </ac:spMkLst>
        </pc:spChg>
        <pc:spChg chg="mod topLvl">
          <ac:chgData name="amit sankhyan" userId="664d5bfb5de54676" providerId="LiveId" clId="{E724D3F4-D7C8-46C1-AB87-B68205E82753}" dt="2025-03-11T16:18:32.947" v="997" actId="164"/>
          <ac:spMkLst>
            <pc:docMk/>
            <pc:sldMk cId="0" sldId="260"/>
            <ac:spMk id="29" creationId="{06F245B4-AC68-0D2A-086D-8EF4AE2634AE}"/>
          </ac:spMkLst>
        </pc:spChg>
        <pc:spChg chg="mod topLvl">
          <ac:chgData name="amit sankhyan" userId="664d5bfb5de54676" providerId="LiveId" clId="{E724D3F4-D7C8-46C1-AB87-B68205E82753}" dt="2025-03-11T16:18:41.541" v="998" actId="164"/>
          <ac:spMkLst>
            <pc:docMk/>
            <pc:sldMk cId="0" sldId="260"/>
            <ac:spMk id="30" creationId="{D820B225-2DA0-F289-D7DB-72FB119D0DA9}"/>
          </ac:spMkLst>
        </pc:spChg>
        <pc:spChg chg="mod topLvl">
          <ac:chgData name="amit sankhyan" userId="664d5bfb5de54676" providerId="LiveId" clId="{E724D3F4-D7C8-46C1-AB87-B68205E82753}" dt="2025-03-11T16:18:46.303" v="999" actId="164"/>
          <ac:spMkLst>
            <pc:docMk/>
            <pc:sldMk cId="0" sldId="260"/>
            <ac:spMk id="31" creationId="{7BE16548-3037-429A-7B92-EB3D503161AE}"/>
          </ac:spMkLst>
        </pc:spChg>
        <pc:spChg chg="mod topLvl">
          <ac:chgData name="amit sankhyan" userId="664d5bfb5de54676" providerId="LiveId" clId="{E724D3F4-D7C8-46C1-AB87-B68205E82753}" dt="2025-03-11T16:18:24.345" v="996" actId="164"/>
          <ac:spMkLst>
            <pc:docMk/>
            <pc:sldMk cId="0" sldId="260"/>
            <ac:spMk id="32" creationId="{373204BE-02E3-0425-6D16-41366EAA39F3}"/>
          </ac:spMkLst>
        </pc:spChg>
        <pc:spChg chg="mod topLvl">
          <ac:chgData name="amit sankhyan" userId="664d5bfb5de54676" providerId="LiveId" clId="{E724D3F4-D7C8-46C1-AB87-B68205E82753}" dt="2025-03-11T16:18:32.947" v="997" actId="164"/>
          <ac:spMkLst>
            <pc:docMk/>
            <pc:sldMk cId="0" sldId="260"/>
            <ac:spMk id="33" creationId="{8A320DB2-6297-8C46-62FA-FCB4D1ABAACC}"/>
          </ac:spMkLst>
        </pc:spChg>
        <pc:spChg chg="mod topLvl">
          <ac:chgData name="amit sankhyan" userId="664d5bfb5de54676" providerId="LiveId" clId="{E724D3F4-D7C8-46C1-AB87-B68205E82753}" dt="2025-03-11T16:18:41.541" v="998" actId="164"/>
          <ac:spMkLst>
            <pc:docMk/>
            <pc:sldMk cId="0" sldId="260"/>
            <ac:spMk id="34" creationId="{5AB00B34-13CA-DA54-5C5B-C4C26DDC7081}"/>
          </ac:spMkLst>
        </pc:spChg>
        <pc:spChg chg="mod topLvl">
          <ac:chgData name="amit sankhyan" userId="664d5bfb5de54676" providerId="LiveId" clId="{E724D3F4-D7C8-46C1-AB87-B68205E82753}" dt="2025-03-11T16:18:46.303" v="999" actId="164"/>
          <ac:spMkLst>
            <pc:docMk/>
            <pc:sldMk cId="0" sldId="260"/>
            <ac:spMk id="35" creationId="{2BB19AE6-3B7C-D0C4-6FE5-7DA8CE1F745E}"/>
          </ac:spMkLst>
        </pc:spChg>
        <pc:spChg chg="mod">
          <ac:chgData name="amit sankhyan" userId="664d5bfb5de54676" providerId="LiveId" clId="{E724D3F4-D7C8-46C1-AB87-B68205E82753}" dt="2025-03-11T14:26:51.450" v="6" actId="108"/>
          <ac:spMkLst>
            <pc:docMk/>
            <pc:sldMk cId="0" sldId="260"/>
            <ac:spMk id="38" creationId="{20951A81-BA9F-16C4-2556-C5EA27E29044}"/>
          </ac:spMkLst>
        </pc:spChg>
        <pc:spChg chg="add mod">
          <ac:chgData name="amit sankhyan" userId="664d5bfb5de54676" providerId="LiveId" clId="{E724D3F4-D7C8-46C1-AB87-B68205E82753}" dt="2025-03-11T16:16:52.850" v="982"/>
          <ac:spMkLst>
            <pc:docMk/>
            <pc:sldMk cId="0" sldId="260"/>
            <ac:spMk id="46" creationId="{61DE142C-126B-2560-D558-D5D25B80EF3B}"/>
          </ac:spMkLst>
        </pc:spChg>
        <pc:grpChg chg="del">
          <ac:chgData name="amit sankhyan" userId="664d5bfb5de54676" providerId="LiveId" clId="{E724D3F4-D7C8-46C1-AB87-B68205E82753}" dt="2025-03-11T16:18:09.677" v="995" actId="165"/>
          <ac:grpSpMkLst>
            <pc:docMk/>
            <pc:sldMk cId="0" sldId="260"/>
            <ac:grpSpMk id="39" creationId="{2F4C0AD8-417B-CF10-09EC-FD06EC35E855}"/>
          </ac:grpSpMkLst>
        </pc:grpChg>
        <pc:grpChg chg="add mod">
          <ac:chgData name="amit sankhyan" userId="664d5bfb5de54676" providerId="LiveId" clId="{E724D3F4-D7C8-46C1-AB87-B68205E82753}" dt="2025-03-11T16:18:24.345" v="996" actId="164"/>
          <ac:grpSpMkLst>
            <pc:docMk/>
            <pc:sldMk cId="0" sldId="260"/>
            <ac:grpSpMk id="47" creationId="{3CCAE376-971A-58B6-AD6C-3AF3C7627625}"/>
          </ac:grpSpMkLst>
        </pc:grpChg>
        <pc:grpChg chg="add mod">
          <ac:chgData name="amit sankhyan" userId="664d5bfb5de54676" providerId="LiveId" clId="{E724D3F4-D7C8-46C1-AB87-B68205E82753}" dt="2025-03-11T16:18:32.947" v="997" actId="164"/>
          <ac:grpSpMkLst>
            <pc:docMk/>
            <pc:sldMk cId="0" sldId="260"/>
            <ac:grpSpMk id="48" creationId="{D6BD5222-13D6-9100-5962-4766F83E791A}"/>
          </ac:grpSpMkLst>
        </pc:grpChg>
        <pc:grpChg chg="add mod">
          <ac:chgData name="amit sankhyan" userId="664d5bfb5de54676" providerId="LiveId" clId="{E724D3F4-D7C8-46C1-AB87-B68205E82753}" dt="2025-03-11T16:18:41.541" v="998" actId="164"/>
          <ac:grpSpMkLst>
            <pc:docMk/>
            <pc:sldMk cId="0" sldId="260"/>
            <ac:grpSpMk id="49" creationId="{00891C96-C50E-0D84-00DC-AC0428D68736}"/>
          </ac:grpSpMkLst>
        </pc:grpChg>
        <pc:grpChg chg="add mod">
          <ac:chgData name="amit sankhyan" userId="664d5bfb5de54676" providerId="LiveId" clId="{E724D3F4-D7C8-46C1-AB87-B68205E82753}" dt="2025-03-11T16:18:46.303" v="999" actId="164"/>
          <ac:grpSpMkLst>
            <pc:docMk/>
            <pc:sldMk cId="0" sldId="260"/>
            <ac:grpSpMk id="50" creationId="{6F0B18E3-E258-B397-B828-DEC1F822E1E1}"/>
          </ac:grpSpMkLst>
        </pc:grpChg>
      </pc:sldChg>
      <pc:sldChg chg="addSp modSp add mod modTransition modAnim modNotesTx">
        <pc:chgData name="amit sankhyan" userId="664d5bfb5de54676" providerId="LiveId" clId="{E724D3F4-D7C8-46C1-AB87-B68205E82753}" dt="2025-03-11T16:24:08.949" v="1063"/>
        <pc:sldMkLst>
          <pc:docMk/>
          <pc:sldMk cId="0" sldId="261"/>
        </pc:sldMkLst>
        <pc:spChg chg="mod">
          <ac:chgData name="amit sankhyan" userId="664d5bfb5de54676" providerId="LiveId" clId="{E724D3F4-D7C8-46C1-AB87-B68205E82753}" dt="2025-03-11T14:44:27.488" v="112" actId="1076"/>
          <ac:spMkLst>
            <pc:docMk/>
            <pc:sldMk cId="0" sldId="261"/>
            <ac:spMk id="2" creationId="{00000000-0000-0000-0000-000000000000}"/>
          </ac:spMkLst>
        </pc:spChg>
        <pc:spChg chg="mod">
          <ac:chgData name="amit sankhyan" userId="664d5bfb5de54676" providerId="LiveId" clId="{E724D3F4-D7C8-46C1-AB87-B68205E82753}" dt="2025-03-11T14:41:07.139" v="89" actId="1076"/>
          <ac:spMkLst>
            <pc:docMk/>
            <pc:sldMk cId="0" sldId="261"/>
            <ac:spMk id="3" creationId="{00000000-0000-0000-0000-000000000000}"/>
          </ac:spMkLst>
        </pc:spChg>
        <pc:spChg chg="mod">
          <ac:chgData name="amit sankhyan" userId="664d5bfb5de54676" providerId="LiveId" clId="{E724D3F4-D7C8-46C1-AB87-B68205E82753}" dt="2025-03-11T14:41:07.139" v="89" actId="1076"/>
          <ac:spMkLst>
            <pc:docMk/>
            <pc:sldMk cId="0" sldId="261"/>
            <ac:spMk id="4" creationId="{00000000-0000-0000-0000-000000000000}"/>
          </ac:spMkLst>
        </pc:spChg>
        <pc:spChg chg="mod">
          <ac:chgData name="amit sankhyan" userId="664d5bfb5de54676" providerId="LiveId" clId="{E724D3F4-D7C8-46C1-AB87-B68205E82753}" dt="2025-03-11T14:41:07.139" v="89" actId="1076"/>
          <ac:spMkLst>
            <pc:docMk/>
            <pc:sldMk cId="0" sldId="261"/>
            <ac:spMk id="5" creationId="{00000000-0000-0000-0000-000000000000}"/>
          </ac:spMkLst>
        </pc:spChg>
        <pc:spChg chg="mod">
          <ac:chgData name="amit sankhyan" userId="664d5bfb5de54676" providerId="LiveId" clId="{E724D3F4-D7C8-46C1-AB87-B68205E82753}" dt="2025-03-11T14:41:07.139" v="89" actId="1076"/>
          <ac:spMkLst>
            <pc:docMk/>
            <pc:sldMk cId="0" sldId="261"/>
            <ac:spMk id="6" creationId="{00000000-0000-0000-0000-000000000000}"/>
          </ac:spMkLst>
        </pc:spChg>
        <pc:spChg chg="mod">
          <ac:chgData name="amit sankhyan" userId="664d5bfb5de54676" providerId="LiveId" clId="{E724D3F4-D7C8-46C1-AB87-B68205E82753}" dt="2025-03-11T14:41:07.139" v="89" actId="1076"/>
          <ac:spMkLst>
            <pc:docMk/>
            <pc:sldMk cId="0" sldId="261"/>
            <ac:spMk id="7" creationId="{00000000-0000-0000-0000-000000000000}"/>
          </ac:spMkLst>
        </pc:spChg>
        <pc:spChg chg="mod">
          <ac:chgData name="amit sankhyan" userId="664d5bfb5de54676" providerId="LiveId" clId="{E724D3F4-D7C8-46C1-AB87-B68205E82753}" dt="2025-03-11T14:41:14.427" v="90" actId="1076"/>
          <ac:spMkLst>
            <pc:docMk/>
            <pc:sldMk cId="0" sldId="261"/>
            <ac:spMk id="8" creationId="{00000000-0000-0000-0000-000000000000}"/>
          </ac:spMkLst>
        </pc:spChg>
        <pc:spChg chg="add mod">
          <ac:chgData name="amit sankhyan" userId="664d5bfb5de54676" providerId="LiveId" clId="{E724D3F4-D7C8-46C1-AB87-B68205E82753}" dt="2025-03-11T14:44:31.880" v="113" actId="1076"/>
          <ac:spMkLst>
            <pc:docMk/>
            <pc:sldMk cId="0" sldId="261"/>
            <ac:spMk id="10" creationId="{6DA84C33-ECC7-AE78-18ED-5A7C2AA5038B}"/>
          </ac:spMkLst>
        </pc:spChg>
        <pc:picChg chg="add mod">
          <ac:chgData name="amit sankhyan" userId="664d5bfb5de54676" providerId="LiveId" clId="{E724D3F4-D7C8-46C1-AB87-B68205E82753}" dt="2025-03-11T14:44:13.782" v="109" actId="14100"/>
          <ac:picMkLst>
            <pc:docMk/>
            <pc:sldMk cId="0" sldId="261"/>
            <ac:picMk id="11" creationId="{133EE34C-A6C2-476A-8C52-95E745B3B918}"/>
          </ac:picMkLst>
        </pc:picChg>
      </pc:sldChg>
      <pc:sldChg chg="addSp delSp modSp add mod modTransition modAnim modNotesTx">
        <pc:chgData name="amit sankhyan" userId="664d5bfb5de54676" providerId="LiveId" clId="{E724D3F4-D7C8-46C1-AB87-B68205E82753}" dt="2025-03-11T16:26:55.499" v="1087"/>
        <pc:sldMkLst>
          <pc:docMk/>
          <pc:sldMk cId="0" sldId="262"/>
        </pc:sldMkLst>
        <pc:spChg chg="mod">
          <ac:chgData name="amit sankhyan" userId="664d5bfb5de54676" providerId="LiveId" clId="{E724D3F4-D7C8-46C1-AB87-B68205E82753}" dt="2025-03-11T16:24:32.235" v="1068" actId="1076"/>
          <ac:spMkLst>
            <pc:docMk/>
            <pc:sldMk cId="0" sldId="262"/>
            <ac:spMk id="3" creationId="{00000000-0000-0000-0000-000000000000}"/>
          </ac:spMkLst>
        </pc:spChg>
        <pc:spChg chg="mod">
          <ac:chgData name="amit sankhyan" userId="664d5bfb5de54676" providerId="LiveId" clId="{E724D3F4-D7C8-46C1-AB87-B68205E82753}" dt="2025-03-11T16:24:40.173" v="1069" actId="1076"/>
          <ac:spMkLst>
            <pc:docMk/>
            <pc:sldMk cId="0" sldId="262"/>
            <ac:spMk id="4" creationId="{00000000-0000-0000-0000-000000000000}"/>
          </ac:spMkLst>
        </pc:spChg>
        <pc:spChg chg="mod">
          <ac:chgData name="amit sankhyan" userId="664d5bfb5de54676" providerId="LiveId" clId="{E724D3F4-D7C8-46C1-AB87-B68205E82753}" dt="2025-03-11T14:46:23.296" v="120" actId="1076"/>
          <ac:spMkLst>
            <pc:docMk/>
            <pc:sldMk cId="0" sldId="262"/>
            <ac:spMk id="5" creationId="{00000000-0000-0000-0000-000000000000}"/>
          </ac:spMkLst>
        </pc:spChg>
        <pc:spChg chg="mod">
          <ac:chgData name="amit sankhyan" userId="664d5bfb5de54676" providerId="LiveId" clId="{E724D3F4-D7C8-46C1-AB87-B68205E82753}" dt="2025-03-11T14:46:26.621" v="121" actId="1076"/>
          <ac:spMkLst>
            <pc:docMk/>
            <pc:sldMk cId="0" sldId="262"/>
            <ac:spMk id="6" creationId="{00000000-0000-0000-0000-000000000000}"/>
          </ac:spMkLst>
        </pc:spChg>
        <pc:spChg chg="mod">
          <ac:chgData name="amit sankhyan" userId="664d5bfb5de54676" providerId="LiveId" clId="{E724D3F4-D7C8-46C1-AB87-B68205E82753}" dt="2025-03-11T16:24:40.173" v="1069" actId="1076"/>
          <ac:spMkLst>
            <pc:docMk/>
            <pc:sldMk cId="0" sldId="262"/>
            <ac:spMk id="7" creationId="{00000000-0000-0000-0000-000000000000}"/>
          </ac:spMkLst>
        </pc:spChg>
        <pc:spChg chg="del mod">
          <ac:chgData name="amit sankhyan" userId="664d5bfb5de54676" providerId="LiveId" clId="{E724D3F4-D7C8-46C1-AB87-B68205E82753}" dt="2025-03-11T14:47:19.657" v="137" actId="478"/>
          <ac:spMkLst>
            <pc:docMk/>
            <pc:sldMk cId="0" sldId="262"/>
            <ac:spMk id="8" creationId="{00000000-0000-0000-0000-000000000000}"/>
          </ac:spMkLst>
        </pc:spChg>
        <pc:spChg chg="del mod">
          <ac:chgData name="amit sankhyan" userId="664d5bfb5de54676" providerId="LiveId" clId="{E724D3F4-D7C8-46C1-AB87-B68205E82753}" dt="2025-03-11T14:47:36.611" v="142" actId="478"/>
          <ac:spMkLst>
            <pc:docMk/>
            <pc:sldMk cId="0" sldId="262"/>
            <ac:spMk id="9" creationId="{00000000-0000-0000-0000-000000000000}"/>
          </ac:spMkLst>
        </pc:spChg>
        <pc:spChg chg="mod">
          <ac:chgData name="amit sankhyan" userId="664d5bfb5de54676" providerId="LiveId" clId="{E724D3F4-D7C8-46C1-AB87-B68205E82753}" dt="2025-03-11T16:24:40.173" v="1069" actId="1076"/>
          <ac:spMkLst>
            <pc:docMk/>
            <pc:sldMk cId="0" sldId="262"/>
            <ac:spMk id="10" creationId="{00000000-0000-0000-0000-000000000000}"/>
          </ac:spMkLst>
        </pc:spChg>
        <pc:spChg chg="del mod">
          <ac:chgData name="amit sankhyan" userId="664d5bfb5de54676" providerId="LiveId" clId="{E724D3F4-D7C8-46C1-AB87-B68205E82753}" dt="2025-03-11T14:49:01.711" v="155" actId="478"/>
          <ac:spMkLst>
            <pc:docMk/>
            <pc:sldMk cId="0" sldId="262"/>
            <ac:spMk id="11" creationId="{00000000-0000-0000-0000-000000000000}"/>
          </ac:spMkLst>
        </pc:spChg>
        <pc:spChg chg="del mod">
          <ac:chgData name="amit sankhyan" userId="664d5bfb5de54676" providerId="LiveId" clId="{E724D3F4-D7C8-46C1-AB87-B68205E82753}" dt="2025-03-11T14:49:01.711" v="155" actId="478"/>
          <ac:spMkLst>
            <pc:docMk/>
            <pc:sldMk cId="0" sldId="262"/>
            <ac:spMk id="12" creationId="{00000000-0000-0000-0000-000000000000}"/>
          </ac:spMkLst>
        </pc:spChg>
        <pc:spChg chg="add mod">
          <ac:chgData name="amit sankhyan" userId="664d5bfb5de54676" providerId="LiveId" clId="{E724D3F4-D7C8-46C1-AB87-B68205E82753}" dt="2025-03-11T16:24:47.408" v="1070" actId="1076"/>
          <ac:spMkLst>
            <pc:docMk/>
            <pc:sldMk cId="0" sldId="262"/>
            <ac:spMk id="14" creationId="{8918798E-FAC4-50A9-9036-2982A97C379A}"/>
          </ac:spMkLst>
        </pc:spChg>
        <pc:grpChg chg="add del mod">
          <ac:chgData name="amit sankhyan" userId="664d5bfb5de54676" providerId="LiveId" clId="{E724D3F4-D7C8-46C1-AB87-B68205E82753}" dt="2025-03-11T14:46:58.541" v="131" actId="478"/>
          <ac:grpSpMkLst>
            <pc:docMk/>
            <pc:sldMk cId="0" sldId="262"/>
            <ac:grpSpMk id="15" creationId="{5FB60E8D-FC27-82C2-CC3F-949E33ADD23A}"/>
          </ac:grpSpMkLst>
        </pc:grpChg>
      </pc:sldChg>
      <pc:sldChg chg="delSp modSp mod modTransition modAnim modNotesTx">
        <pc:chgData name="amit sankhyan" userId="664d5bfb5de54676" providerId="LiveId" clId="{E724D3F4-D7C8-46C1-AB87-B68205E82753}" dt="2025-03-11T16:09:03.568" v="899"/>
        <pc:sldMkLst>
          <pc:docMk/>
          <pc:sldMk cId="2138587944" sldId="264"/>
        </pc:sldMkLst>
        <pc:spChg chg="del mod">
          <ac:chgData name="amit sankhyan" userId="664d5bfb5de54676" providerId="LiveId" clId="{E724D3F4-D7C8-46C1-AB87-B68205E82753}" dt="2025-03-11T15:59:42.028" v="794" actId="478"/>
          <ac:spMkLst>
            <pc:docMk/>
            <pc:sldMk cId="2138587944" sldId="264"/>
            <ac:spMk id="2" creationId="{B660B5A9-CCF2-5E95-841D-6F50EFCE3E01}"/>
          </ac:spMkLst>
        </pc:spChg>
        <pc:spChg chg="mod">
          <ac:chgData name="amit sankhyan" userId="664d5bfb5de54676" providerId="LiveId" clId="{E724D3F4-D7C8-46C1-AB87-B68205E82753}" dt="2025-03-11T16:00:14.804" v="800" actId="207"/>
          <ac:spMkLst>
            <pc:docMk/>
            <pc:sldMk cId="2138587944" sldId="264"/>
            <ac:spMk id="8" creationId="{D9A11E33-D624-2BA4-187E-D4E19E7538E8}"/>
          </ac:spMkLst>
        </pc:spChg>
      </pc:sldChg>
      <pc:sldChg chg="addSp delSp modSp mod modTransition modAnim modNotesTx">
        <pc:chgData name="amit sankhyan" userId="664d5bfb5de54676" providerId="LiveId" clId="{E724D3F4-D7C8-46C1-AB87-B68205E82753}" dt="2025-03-11T16:29:06.604" v="1089"/>
        <pc:sldMkLst>
          <pc:docMk/>
          <pc:sldMk cId="0" sldId="265"/>
        </pc:sldMkLst>
        <pc:spChg chg="add del mod">
          <ac:chgData name="amit sankhyan" userId="664d5bfb5de54676" providerId="LiveId" clId="{E724D3F4-D7C8-46C1-AB87-B68205E82753}" dt="2025-03-11T15:43:22.425" v="585" actId="255"/>
          <ac:spMkLst>
            <pc:docMk/>
            <pc:sldMk cId="0" sldId="265"/>
            <ac:spMk id="6" creationId="{00000000-0000-0000-0000-000000000000}"/>
          </ac:spMkLst>
        </pc:spChg>
        <pc:spChg chg="mod">
          <ac:chgData name="amit sankhyan" userId="664d5bfb5de54676" providerId="LiveId" clId="{E724D3F4-D7C8-46C1-AB87-B68205E82753}" dt="2025-03-11T15:44:47.264" v="587" actId="108"/>
          <ac:spMkLst>
            <pc:docMk/>
            <pc:sldMk cId="0" sldId="265"/>
            <ac:spMk id="10" creationId="{00000000-0000-0000-0000-000000000000}"/>
          </ac:spMkLst>
        </pc:spChg>
        <pc:spChg chg="mod">
          <ac:chgData name="amit sankhyan" userId="664d5bfb5de54676" providerId="LiveId" clId="{E724D3F4-D7C8-46C1-AB87-B68205E82753}" dt="2025-03-11T15:45:18.926" v="597" actId="14100"/>
          <ac:spMkLst>
            <pc:docMk/>
            <pc:sldMk cId="0" sldId="265"/>
            <ac:spMk id="11" creationId="{00000000-0000-0000-0000-000000000000}"/>
          </ac:spMkLst>
        </pc:spChg>
        <pc:spChg chg="del mod">
          <ac:chgData name="amit sankhyan" userId="664d5bfb5de54676" providerId="LiveId" clId="{E724D3F4-D7C8-46C1-AB87-B68205E82753}" dt="2025-03-11T15:42:19.171" v="561" actId="478"/>
          <ac:spMkLst>
            <pc:docMk/>
            <pc:sldMk cId="0" sldId="265"/>
            <ac:spMk id="22" creationId="{2C862B78-D548-619E-9595-84E65275E8D0}"/>
          </ac:spMkLst>
        </pc:spChg>
        <pc:spChg chg="mod">
          <ac:chgData name="amit sankhyan" userId="664d5bfb5de54676" providerId="LiveId" clId="{E724D3F4-D7C8-46C1-AB87-B68205E82753}" dt="2025-03-11T15:45:22.837" v="598" actId="14100"/>
          <ac:spMkLst>
            <pc:docMk/>
            <pc:sldMk cId="0" sldId="265"/>
            <ac:spMk id="25" creationId="{85A22F41-1FB8-3DA9-9704-6E1B1BC32C6C}"/>
          </ac:spMkLst>
        </pc:spChg>
      </pc:sldChg>
      <pc:sldChg chg="add del">
        <pc:chgData name="amit sankhyan" userId="664d5bfb5de54676" providerId="LiveId" clId="{E724D3F4-D7C8-46C1-AB87-B68205E82753}" dt="2025-03-11T14:41:29.240" v="92"/>
        <pc:sldMkLst>
          <pc:docMk/>
          <pc:sldMk cId="0" sldId="266"/>
        </pc:sldMkLst>
      </pc:sldChg>
      <pc:sldChg chg="modSp add mod modAnim">
        <pc:chgData name="amit sankhyan" userId="664d5bfb5de54676" providerId="LiveId" clId="{E724D3F4-D7C8-46C1-AB87-B68205E82753}" dt="2025-03-12T09:33:59.136" v="1122" actId="14100"/>
        <pc:sldMkLst>
          <pc:docMk/>
          <pc:sldMk cId="2338468112" sldId="275"/>
        </pc:sldMkLst>
        <pc:spChg chg="mod">
          <ac:chgData name="amit sankhyan" userId="664d5bfb5de54676" providerId="LiveId" clId="{E724D3F4-D7C8-46C1-AB87-B68205E82753}" dt="2025-03-12T09:33:59.136" v="1122" actId="14100"/>
          <ac:spMkLst>
            <pc:docMk/>
            <pc:sldMk cId="2338468112" sldId="275"/>
            <ac:spMk id="4" creationId="{BE8AA9BD-5B28-4BB1-803B-54BB6E1B0DE1}"/>
          </ac:spMkLst>
        </pc:spChg>
        <pc:picChg chg="mod">
          <ac:chgData name="amit sankhyan" userId="664d5bfb5de54676" providerId="LiveId" clId="{E724D3F4-D7C8-46C1-AB87-B68205E82753}" dt="2025-03-11T14:52:56.935" v="184"/>
          <ac:picMkLst>
            <pc:docMk/>
            <pc:sldMk cId="2338468112" sldId="275"/>
            <ac:picMk id="3" creationId="{50AD5817-10C9-4E0E-A247-63D6F743F821}"/>
          </ac:picMkLst>
        </pc:picChg>
      </pc:sldChg>
      <pc:sldMasterChg chg="modSp mod modSldLayout">
        <pc:chgData name="amit sankhyan" userId="664d5bfb5de54676" providerId="LiveId" clId="{E724D3F4-D7C8-46C1-AB87-B68205E82753}" dt="2025-03-11T15:58:50.616" v="792" actId="20577"/>
        <pc:sldMasterMkLst>
          <pc:docMk/>
          <pc:sldMasterMk cId="1655368822" sldId="2147483648"/>
        </pc:sldMasterMkLst>
        <pc:spChg chg="mod">
          <ac:chgData name="amit sankhyan" userId="664d5bfb5de54676" providerId="LiveId" clId="{E724D3F4-D7C8-46C1-AB87-B68205E82753}" dt="2025-03-11T15:58:50.616" v="792" actId="20577"/>
          <ac:spMkLst>
            <pc:docMk/>
            <pc:sldMasterMk cId="1655368822" sldId="2147483648"/>
            <ac:spMk id="6" creationId="{E68482AA-5D0A-49AF-759B-E9DC1ECA2F46}"/>
          </ac:spMkLst>
        </pc:spChg>
        <pc:sldLayoutChg chg="modSp mod">
          <pc:chgData name="amit sankhyan" userId="664d5bfb5de54676" providerId="LiveId" clId="{E724D3F4-D7C8-46C1-AB87-B68205E82753}" dt="2025-03-11T15:56:22.089" v="741" actId="20577"/>
          <pc:sldLayoutMkLst>
            <pc:docMk/>
            <pc:sldMasterMk cId="1655368822" sldId="2147483648"/>
            <pc:sldLayoutMk cId="1978575559" sldId="2147483655"/>
          </pc:sldLayoutMkLst>
          <pc:spChg chg="mod">
            <ac:chgData name="amit sankhyan" userId="664d5bfb5de54676" providerId="LiveId" clId="{E724D3F4-D7C8-46C1-AB87-B68205E82753}" dt="2025-03-11T15:56:22.089" v="741" actId="20577"/>
            <ac:spMkLst>
              <pc:docMk/>
              <pc:sldMasterMk cId="1655368822" sldId="2147483648"/>
              <pc:sldLayoutMk cId="1978575559" sldId="2147483655"/>
              <ac:spMk id="4" creationId="{F99587E1-F96E-1DC5-06CE-0794AF261DA0}"/>
            </ac:spMkLst>
          </pc:spChg>
        </pc:sldLayoutChg>
        <pc:sldLayoutChg chg="modSp mod">
          <pc:chgData name="amit sankhyan" userId="664d5bfb5de54676" providerId="LiveId" clId="{E724D3F4-D7C8-46C1-AB87-B68205E82753}" dt="2025-03-11T15:57:14.662" v="743"/>
          <pc:sldLayoutMkLst>
            <pc:docMk/>
            <pc:sldMasterMk cId="1655368822" sldId="2147483648"/>
            <pc:sldLayoutMk cId="1441419730" sldId="2147483656"/>
          </pc:sldLayoutMkLst>
          <pc:spChg chg="mod">
            <ac:chgData name="amit sankhyan" userId="664d5bfb5de54676" providerId="LiveId" clId="{E724D3F4-D7C8-46C1-AB87-B68205E82753}" dt="2025-03-11T15:57:14.662" v="743"/>
            <ac:spMkLst>
              <pc:docMk/>
              <pc:sldMasterMk cId="1655368822" sldId="2147483648"/>
              <pc:sldLayoutMk cId="1441419730" sldId="2147483656"/>
              <ac:spMk id="7" creationId="{30CC5EBD-680B-4989-0EEA-7917D28CCB50}"/>
            </ac:spMkLst>
          </pc:spChg>
        </pc:sldLayoutChg>
        <pc:sldLayoutChg chg="modSp mod">
          <pc:chgData name="amit sankhyan" userId="664d5bfb5de54676" providerId="LiveId" clId="{E724D3F4-D7C8-46C1-AB87-B68205E82753}" dt="2025-03-11T15:57:19.505" v="744"/>
          <pc:sldLayoutMkLst>
            <pc:docMk/>
            <pc:sldMasterMk cId="1655368822" sldId="2147483648"/>
            <pc:sldLayoutMk cId="436948892" sldId="2147483657"/>
          </pc:sldLayoutMkLst>
          <pc:spChg chg="mod">
            <ac:chgData name="amit sankhyan" userId="664d5bfb5de54676" providerId="LiveId" clId="{E724D3F4-D7C8-46C1-AB87-B68205E82753}" dt="2025-03-11T15:57:19.505" v="744"/>
            <ac:spMkLst>
              <pc:docMk/>
              <pc:sldMasterMk cId="1655368822" sldId="2147483648"/>
              <pc:sldLayoutMk cId="436948892" sldId="2147483657"/>
              <ac:spMk id="7" creationId="{62C09E36-7828-62EE-6AF3-58484A2EE55E}"/>
            </ac:spMkLst>
          </pc:spChg>
        </pc:sldLayoutChg>
        <pc:sldLayoutChg chg="modSp mod">
          <pc:chgData name="amit sankhyan" userId="664d5bfb5de54676" providerId="LiveId" clId="{E724D3F4-D7C8-46C1-AB87-B68205E82753}" dt="2025-03-11T15:57:23.440" v="745"/>
          <pc:sldLayoutMkLst>
            <pc:docMk/>
            <pc:sldMasterMk cId="1655368822" sldId="2147483648"/>
            <pc:sldLayoutMk cId="4091617559" sldId="2147483658"/>
          </pc:sldLayoutMkLst>
          <pc:spChg chg="mod">
            <ac:chgData name="amit sankhyan" userId="664d5bfb5de54676" providerId="LiveId" clId="{E724D3F4-D7C8-46C1-AB87-B68205E82753}" dt="2025-03-11T15:57:23.440" v="745"/>
            <ac:spMkLst>
              <pc:docMk/>
              <pc:sldMasterMk cId="1655368822" sldId="2147483648"/>
              <pc:sldLayoutMk cId="4091617559" sldId="2147483658"/>
              <ac:spMk id="6" creationId="{1B99D8D5-FCAA-053F-6172-9A72D6A1CF86}"/>
            </ac:spMkLst>
          </pc:spChg>
        </pc:sldLayoutChg>
        <pc:sldLayoutChg chg="modSp mod">
          <pc:chgData name="amit sankhyan" userId="664d5bfb5de54676" providerId="LiveId" clId="{E724D3F4-D7C8-46C1-AB87-B68205E82753}" dt="2025-03-11T15:57:31.067" v="746"/>
          <pc:sldLayoutMkLst>
            <pc:docMk/>
            <pc:sldMasterMk cId="1655368822" sldId="2147483648"/>
            <pc:sldLayoutMk cId="4002761774" sldId="2147483659"/>
          </pc:sldLayoutMkLst>
          <pc:spChg chg="mod">
            <ac:chgData name="amit sankhyan" userId="664d5bfb5de54676" providerId="LiveId" clId="{E724D3F4-D7C8-46C1-AB87-B68205E82753}" dt="2025-03-11T15:57:31.067" v="746"/>
            <ac:spMkLst>
              <pc:docMk/>
              <pc:sldMasterMk cId="1655368822" sldId="2147483648"/>
              <pc:sldLayoutMk cId="4002761774" sldId="2147483659"/>
              <ac:spMk id="6" creationId="{B81A73DC-8F21-00DF-A62D-A43231C00177}"/>
            </ac:spMkLst>
          </pc:spChg>
        </pc:sldLayoutChg>
        <pc:sldLayoutChg chg="addSp modSp mod">
          <pc:chgData name="amit sankhyan" userId="664d5bfb5de54676" providerId="LiveId" clId="{E724D3F4-D7C8-46C1-AB87-B68205E82753}" dt="2025-03-11T15:57:51.896" v="751" actId="207"/>
          <pc:sldLayoutMkLst>
            <pc:docMk/>
            <pc:sldMasterMk cId="1655368822" sldId="2147483648"/>
            <pc:sldLayoutMk cId="2474844293" sldId="2147483660"/>
          </pc:sldLayoutMkLst>
          <pc:spChg chg="add mod">
            <ac:chgData name="amit sankhyan" userId="664d5bfb5de54676" providerId="LiveId" clId="{E724D3F4-D7C8-46C1-AB87-B68205E82753}" dt="2025-03-11T15:57:51.896" v="751" actId="207"/>
            <ac:spMkLst>
              <pc:docMk/>
              <pc:sldMasterMk cId="1655368822" sldId="2147483648"/>
              <pc:sldLayoutMk cId="2474844293" sldId="2147483660"/>
              <ac:spMk id="6" creationId="{A2A38FBF-E437-FC81-AA3F-DDFB42CE1F75}"/>
            </ac:spMkLst>
          </pc:spChg>
        </pc:sldLayoutChg>
        <pc:sldLayoutChg chg="addSp delSp modSp mod">
          <pc:chgData name="amit sankhyan" userId="664d5bfb5de54676" providerId="LiveId" clId="{E724D3F4-D7C8-46C1-AB87-B68205E82753}" dt="2025-03-11T15:58:03.814" v="754"/>
          <pc:sldLayoutMkLst>
            <pc:docMk/>
            <pc:sldMasterMk cId="1655368822" sldId="2147483648"/>
            <pc:sldLayoutMk cId="1387185145" sldId="2147483661"/>
          </pc:sldLayoutMkLst>
          <pc:spChg chg="add del">
            <ac:chgData name="amit sankhyan" userId="664d5bfb5de54676" providerId="LiveId" clId="{E724D3F4-D7C8-46C1-AB87-B68205E82753}" dt="2025-03-11T15:57:56.406" v="753" actId="22"/>
            <ac:spMkLst>
              <pc:docMk/>
              <pc:sldMasterMk cId="1655368822" sldId="2147483648"/>
              <pc:sldLayoutMk cId="1387185145" sldId="2147483661"/>
              <ac:spMk id="6" creationId="{8981EE44-5A5D-DEBF-E185-2B0A013EB0C4}"/>
            </ac:spMkLst>
          </pc:spChg>
          <pc:spChg chg="add mod">
            <ac:chgData name="amit sankhyan" userId="664d5bfb5de54676" providerId="LiveId" clId="{E724D3F4-D7C8-46C1-AB87-B68205E82753}" dt="2025-03-11T15:58:03.814" v="754"/>
            <ac:spMkLst>
              <pc:docMk/>
              <pc:sldMasterMk cId="1655368822" sldId="2147483648"/>
              <pc:sldLayoutMk cId="1387185145" sldId="2147483661"/>
              <ac:spMk id="7" creationId="{4768FE50-6245-30C6-759E-D6E7C252C41A}"/>
            </ac:spMkLst>
          </pc:spChg>
          <pc:picChg chg="del">
            <ac:chgData name="amit sankhyan" userId="664d5bfb5de54676" providerId="LiveId" clId="{E724D3F4-D7C8-46C1-AB87-B68205E82753}" dt="2025-03-11T14:49:40.522" v="160" actId="478"/>
            <ac:picMkLst>
              <pc:docMk/>
              <pc:sldMasterMk cId="1655368822" sldId="2147483648"/>
              <pc:sldLayoutMk cId="1387185145" sldId="2147483661"/>
              <ac:picMk id="4" creationId="{00000000-0000-0000-0000-000000000000}"/>
            </ac:picMkLst>
          </pc:picChg>
        </pc:sldLayoutChg>
        <pc:sldLayoutChg chg="addSp modSp mod">
          <pc:chgData name="amit sankhyan" userId="664d5bfb5de54676" providerId="LiveId" clId="{E724D3F4-D7C8-46C1-AB87-B68205E82753}" dt="2025-03-11T15:58:17.101" v="771" actId="20577"/>
          <pc:sldLayoutMkLst>
            <pc:docMk/>
            <pc:sldMasterMk cId="1655368822" sldId="2147483648"/>
            <pc:sldLayoutMk cId="1998342718" sldId="2147483662"/>
          </pc:sldLayoutMkLst>
          <pc:spChg chg="mod">
            <ac:chgData name="amit sankhyan" userId="664d5bfb5de54676" providerId="LiveId" clId="{E724D3F4-D7C8-46C1-AB87-B68205E82753}" dt="2025-03-11T15:58:17.101" v="771" actId="20577"/>
            <ac:spMkLst>
              <pc:docMk/>
              <pc:sldMasterMk cId="1655368822" sldId="2147483648"/>
              <pc:sldLayoutMk cId="1998342718" sldId="2147483662"/>
              <ac:spMk id="6" creationId="{D5D261F7-5434-526E-2E0B-44270E0794C9}"/>
            </ac:spMkLst>
          </pc:spChg>
          <pc:spChg chg="add mod">
            <ac:chgData name="amit sankhyan" userId="664d5bfb5de54676" providerId="LiveId" clId="{E724D3F4-D7C8-46C1-AB87-B68205E82753}" dt="2025-03-11T15:58:08.555" v="755"/>
            <ac:spMkLst>
              <pc:docMk/>
              <pc:sldMasterMk cId="1655368822" sldId="2147483648"/>
              <pc:sldLayoutMk cId="1998342718" sldId="2147483662"/>
              <ac:spMk id="7" creationId="{91C0DD82-2114-DC5B-63F5-28633D046466}"/>
            </ac:spMkLst>
          </pc:spChg>
        </pc:sldLayoutChg>
        <pc:sldLayoutChg chg="addSp delSp modSp mod">
          <pc:chgData name="amit sankhyan" userId="664d5bfb5de54676" providerId="LiveId" clId="{E724D3F4-D7C8-46C1-AB87-B68205E82753}" dt="2025-03-11T15:58:21.871" v="772"/>
          <pc:sldLayoutMkLst>
            <pc:docMk/>
            <pc:sldMasterMk cId="1655368822" sldId="2147483648"/>
            <pc:sldLayoutMk cId="746424036" sldId="2147483663"/>
          </pc:sldLayoutMkLst>
          <pc:spChg chg="add mod">
            <ac:chgData name="amit sankhyan" userId="664d5bfb5de54676" providerId="LiveId" clId="{E724D3F4-D7C8-46C1-AB87-B68205E82753}" dt="2025-03-11T15:58:21.871" v="772"/>
            <ac:spMkLst>
              <pc:docMk/>
              <pc:sldMasterMk cId="1655368822" sldId="2147483648"/>
              <pc:sldLayoutMk cId="746424036" sldId="2147483663"/>
              <ac:spMk id="5" creationId="{0EE6447A-D0A9-E9EE-4B0A-6475C577FE0B}"/>
            </ac:spMkLst>
          </pc:spChg>
          <pc:picChg chg="del">
            <ac:chgData name="amit sankhyan" userId="664d5bfb5de54676" providerId="LiveId" clId="{E724D3F4-D7C8-46C1-AB87-B68205E82753}" dt="2025-03-11T14:49:47.825" v="161" actId="478"/>
            <ac:picMkLst>
              <pc:docMk/>
              <pc:sldMasterMk cId="1655368822" sldId="2147483648"/>
              <pc:sldLayoutMk cId="746424036" sldId="2147483663"/>
              <ac:picMk id="4" creationId="{00000000-0000-0000-0000-000000000000}"/>
            </ac:picMkLst>
          </pc:picChg>
        </pc:sldLayoutChg>
        <pc:sldLayoutChg chg="addSp delSp modSp mod">
          <pc:chgData name="amit sankhyan" userId="664d5bfb5de54676" providerId="LiveId" clId="{E724D3F4-D7C8-46C1-AB87-B68205E82753}" dt="2025-03-11T15:58:23.893" v="773"/>
          <pc:sldLayoutMkLst>
            <pc:docMk/>
            <pc:sldMasterMk cId="1655368822" sldId="2147483648"/>
            <pc:sldLayoutMk cId="3453575093" sldId="2147483664"/>
          </pc:sldLayoutMkLst>
          <pc:spChg chg="add mod">
            <ac:chgData name="amit sankhyan" userId="664d5bfb5de54676" providerId="LiveId" clId="{E724D3F4-D7C8-46C1-AB87-B68205E82753}" dt="2025-03-11T15:58:23.893" v="773"/>
            <ac:spMkLst>
              <pc:docMk/>
              <pc:sldMasterMk cId="1655368822" sldId="2147483648"/>
              <pc:sldLayoutMk cId="3453575093" sldId="2147483664"/>
              <ac:spMk id="5" creationId="{D2F2C00F-FB07-AD81-A593-C08EC995E32C}"/>
            </ac:spMkLst>
          </pc:spChg>
          <pc:picChg chg="del">
            <ac:chgData name="amit sankhyan" userId="664d5bfb5de54676" providerId="LiveId" clId="{E724D3F4-D7C8-46C1-AB87-B68205E82753}" dt="2025-03-11T14:49:51.917" v="162" actId="478"/>
            <ac:picMkLst>
              <pc:docMk/>
              <pc:sldMasterMk cId="1655368822" sldId="2147483648"/>
              <pc:sldLayoutMk cId="3453575093" sldId="2147483664"/>
              <ac:picMk id="4" creationId="{00000000-0000-0000-0000-000000000000}"/>
            </ac:picMkLst>
          </pc:picChg>
        </pc:sldLayoutChg>
        <pc:sldLayoutChg chg="addSp delSp modSp mod">
          <pc:chgData name="amit sankhyan" userId="664d5bfb5de54676" providerId="LiveId" clId="{E724D3F4-D7C8-46C1-AB87-B68205E82753}" dt="2025-03-11T15:58:25.335" v="774"/>
          <pc:sldLayoutMkLst>
            <pc:docMk/>
            <pc:sldMasterMk cId="1655368822" sldId="2147483648"/>
            <pc:sldLayoutMk cId="594780733" sldId="2147483665"/>
          </pc:sldLayoutMkLst>
          <pc:spChg chg="add mod">
            <ac:chgData name="amit sankhyan" userId="664d5bfb5de54676" providerId="LiveId" clId="{E724D3F4-D7C8-46C1-AB87-B68205E82753}" dt="2025-03-11T15:58:25.335" v="774"/>
            <ac:spMkLst>
              <pc:docMk/>
              <pc:sldMasterMk cId="1655368822" sldId="2147483648"/>
              <pc:sldLayoutMk cId="594780733" sldId="2147483665"/>
              <ac:spMk id="5" creationId="{E82CFFFF-E2D2-BF6A-FB30-B08B16676E37}"/>
            </ac:spMkLst>
          </pc:spChg>
          <pc:picChg chg="del">
            <ac:chgData name="amit sankhyan" userId="664d5bfb5de54676" providerId="LiveId" clId="{E724D3F4-D7C8-46C1-AB87-B68205E82753}" dt="2025-03-11T14:49:55.534" v="163" actId="478"/>
            <ac:picMkLst>
              <pc:docMk/>
              <pc:sldMasterMk cId="1655368822" sldId="2147483648"/>
              <pc:sldLayoutMk cId="594780733" sldId="2147483665"/>
              <ac:picMk id="4" creationId="{00000000-0000-0000-0000-000000000000}"/>
            </ac:picMkLst>
          </pc:picChg>
        </pc:sldLayoutChg>
        <pc:sldLayoutChg chg="addSp delSp modSp mod">
          <pc:chgData name="amit sankhyan" userId="664d5bfb5de54676" providerId="LiveId" clId="{E724D3F4-D7C8-46C1-AB87-B68205E82753}" dt="2025-03-11T15:58:26.896" v="775"/>
          <pc:sldLayoutMkLst>
            <pc:docMk/>
            <pc:sldMasterMk cId="1655368822" sldId="2147483648"/>
            <pc:sldLayoutMk cId="1615723386" sldId="2147483666"/>
          </pc:sldLayoutMkLst>
          <pc:spChg chg="add mod">
            <ac:chgData name="amit sankhyan" userId="664d5bfb5de54676" providerId="LiveId" clId="{E724D3F4-D7C8-46C1-AB87-B68205E82753}" dt="2025-03-11T15:58:26.896" v="775"/>
            <ac:spMkLst>
              <pc:docMk/>
              <pc:sldMasterMk cId="1655368822" sldId="2147483648"/>
              <pc:sldLayoutMk cId="1615723386" sldId="2147483666"/>
              <ac:spMk id="5" creationId="{1FDE12F1-9DF4-5A80-8FF6-C93ACC5FABF0}"/>
            </ac:spMkLst>
          </pc:spChg>
          <pc:picChg chg="del">
            <ac:chgData name="amit sankhyan" userId="664d5bfb5de54676" providerId="LiveId" clId="{E724D3F4-D7C8-46C1-AB87-B68205E82753}" dt="2025-03-11T14:49:59.355" v="164" actId="478"/>
            <ac:picMkLst>
              <pc:docMk/>
              <pc:sldMasterMk cId="1655368822" sldId="2147483648"/>
              <pc:sldLayoutMk cId="1615723386" sldId="2147483666"/>
              <ac:picMk id="4" creationId="{00000000-0000-0000-0000-000000000000}"/>
            </ac:picMkLst>
          </pc:picChg>
        </pc:sldLayoutChg>
        <pc:sldLayoutChg chg="addSp delSp modSp mod">
          <pc:chgData name="amit sankhyan" userId="664d5bfb5de54676" providerId="LiveId" clId="{E724D3F4-D7C8-46C1-AB87-B68205E82753}" dt="2025-03-11T15:58:28.097" v="776"/>
          <pc:sldLayoutMkLst>
            <pc:docMk/>
            <pc:sldMasterMk cId="1655368822" sldId="2147483648"/>
            <pc:sldLayoutMk cId="910421446" sldId="2147483667"/>
          </pc:sldLayoutMkLst>
          <pc:spChg chg="add mod">
            <ac:chgData name="amit sankhyan" userId="664d5bfb5de54676" providerId="LiveId" clId="{E724D3F4-D7C8-46C1-AB87-B68205E82753}" dt="2025-03-11T15:58:28.097" v="776"/>
            <ac:spMkLst>
              <pc:docMk/>
              <pc:sldMasterMk cId="1655368822" sldId="2147483648"/>
              <pc:sldLayoutMk cId="910421446" sldId="2147483667"/>
              <ac:spMk id="5" creationId="{E6DE4FC6-B33D-D820-3550-9FEDADC93F47}"/>
            </ac:spMkLst>
          </pc:spChg>
          <pc:picChg chg="del">
            <ac:chgData name="amit sankhyan" userId="664d5bfb5de54676" providerId="LiveId" clId="{E724D3F4-D7C8-46C1-AB87-B68205E82753}" dt="2025-03-11T14:50:03.432" v="165" actId="478"/>
            <ac:picMkLst>
              <pc:docMk/>
              <pc:sldMasterMk cId="1655368822" sldId="2147483648"/>
              <pc:sldLayoutMk cId="910421446" sldId="2147483667"/>
              <ac:picMk id="4" creationId="{00000000-0000-0000-0000-000000000000}"/>
            </ac:picMkLst>
          </pc:picChg>
        </pc:sldLayoutChg>
      </pc:sldMasterChg>
    </pc:docChg>
  </pc:docChgLst>
</pc:chgInfo>
</file>

<file path=ppt/handoutMasters/_rels/handoutMaster1.xml.rels>&#65279;<?xml version="1.0" encoding="utf-8"?><Relationships xmlns="http://schemas.openxmlformats.org/package/2006/relationships"><Relationship Type="http://schemas.openxmlformats.org/officeDocument/2006/relationships/theme" Target="/ppt/theme/theme3.xml" Id="rId1"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368CB2F-EDFD-0266-FDD7-4107B3E1DC6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69D5DBE5-BD27-4C88-7B5A-8D5B430A36A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16F08E-8624-4A18-BD9C-44836D4B454A}" type="datetimeFigureOut">
              <a:rPr lang="en-IN" smtClean="0"/>
              <a:t>12-03-2025</a:t>
            </a:fld>
            <a:endParaRPr lang="en-IN"/>
          </a:p>
        </p:txBody>
      </p:sp>
      <p:sp>
        <p:nvSpPr>
          <p:cNvPr id="4" name="Footer Placeholder 3">
            <a:extLst>
              <a:ext uri="{FF2B5EF4-FFF2-40B4-BE49-F238E27FC236}">
                <a16:creationId xmlns:a16="http://schemas.microsoft.com/office/drawing/2014/main" id="{09F5287C-FC10-15EC-F145-F79EB3E484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718E28B8-7317-87D2-C833-D9E892C0A5E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BD131C9-4372-4B64-B130-7BA99A3C2C8E}" type="slidenum">
              <a:rPr lang="en-IN" smtClean="0"/>
              <a:t>‹#›</a:t>
            </a:fld>
            <a:endParaRPr lang="en-IN"/>
          </a:p>
        </p:txBody>
      </p:sp>
    </p:spTree>
    <p:extLst>
      <p:ext uri="{BB962C8B-B14F-4D97-AF65-F5344CB8AC3E}">
        <p14:creationId xmlns:p14="http://schemas.microsoft.com/office/powerpoint/2010/main" val="3596886171"/>
      </p:ext>
    </p:extLst>
  </p:cSld>
  <p:clrMap bg1="lt1" tx1="dk1" bg2="lt2" tx2="dk2" accent1="accent1" accent2="accent2" accent3="accent3" accent4="accent4" accent5="accent5" accent6="accent6" hlink="hlink" folHlink="folHlink"/>
</p:handoutMaster>
</file>

<file path=ppt/notesMasters/_rels/notesMaster1.xml.rels>&#65279;<?xml version="1.0" encoding="utf-8"?><Relationships xmlns="http://schemas.openxmlformats.org/package/2006/relationships"><Relationship Type="http://schemas.openxmlformats.org/officeDocument/2006/relationships/theme" Target="/ppt/theme/theme2.xml" Id="rId1"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8E31CC-A663-470B-8773-34D81301CE20}" type="datetimeFigureOut">
              <a:rPr lang="en-IN" smtClean="0"/>
              <a:t>12-03-2025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AC5317-DDEF-41D2-9BE0-A8823A5128E2}" type="slidenum">
              <a:rPr lang="en-IN" smtClean="0"/>
              <a:t>‹#›</a:t>
            </a:fld>
            <a:endParaRPr lang="en-IN"/>
          </a:p>
        </p:txBody>
      </p:sp>
    </p:spTree>
    <p:extLst>
      <p:ext uri="{BB962C8B-B14F-4D97-AF65-F5344CB8AC3E}">
        <p14:creationId xmlns:p14="http://schemas.microsoft.com/office/powerpoint/2010/main" val="4155830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Relationships xmlns="http://schemas.openxmlformats.org/package/2006/relationships"><Relationship Type="http://schemas.openxmlformats.org/officeDocument/2006/relationships/slide" Target="/ppt/slides/slide1.xml" Id="rId2" /><Relationship Type="http://schemas.openxmlformats.org/officeDocument/2006/relationships/notesMaster" Target="/ppt/notesMasters/notesMaster1.xml" Id="rI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Id2" /><Relationship Type="http://schemas.openxmlformats.org/officeDocument/2006/relationships/notesMaster" Target="/ppt/notesMasters/notesMaster1.xml" Id="rI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Id2" /><Relationship Type="http://schemas.openxmlformats.org/officeDocument/2006/relationships/notesMaster" Target="/ppt/notesMasters/notesMaster1.xml" Id="rId1" /></Relationships>
</file>

<file path=ppt/notesSlides/_rels/notesSlide4.xml.rels>&#65279;<?xml version="1.0" encoding="utf-8"?><Relationships xmlns="http://schemas.openxmlformats.org/package/2006/relationships"><Relationship Type="http://schemas.openxmlformats.org/officeDocument/2006/relationships/slide" Target="/ppt/slides/slide4.xml" Id="rId2" /><Relationship Type="http://schemas.openxmlformats.org/officeDocument/2006/relationships/notesMaster" Target="/ppt/notesMasters/notesMaster1.xml" Id="rI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Id2" /><Relationship Type="http://schemas.openxmlformats.org/officeDocument/2006/relationships/notesMaster" Target="/ppt/notesMasters/notesMaster1.xml" Id="rI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Id2" /><Relationship Type="http://schemas.openxmlformats.org/officeDocument/2006/relationships/notesMaster" Target="/ppt/notesMasters/notesMaster1.xml" Id="rId1" /></Relationships>
</file>

<file path=ppt/notesSlides/_rels/notesSlide7.xml.rels>&#65279;<?xml version="1.0" encoding="utf-8"?><Relationships xmlns="http://schemas.openxmlformats.org/package/2006/relationships"><Relationship Type="http://schemas.openxmlformats.org/officeDocument/2006/relationships/slide" Target="/ppt/slides/slide7.xml" Id="rId2" /><Relationship Type="http://schemas.openxmlformats.org/officeDocument/2006/relationships/notesMaster" Target="/ppt/notesMasters/notesMaster1.xml" Id="rId1" /></Relationships>
</file>

<file path=ppt/notesSlides/_rels/notesSlide8.xml.rels>&#65279;<?xml version="1.0" encoding="utf-8"?><Relationships xmlns="http://schemas.openxmlformats.org/package/2006/relationships"><Relationship Type="http://schemas.openxmlformats.org/officeDocument/2006/relationships/slide" Target="/ppt/slides/slide8.xml" Id="rId2" /><Relationship Type="http://schemas.openxmlformats.org/officeDocument/2006/relationships/notesMaster" Target="/ppt/notesMasters/notesMaster1.xml" Id="rId1"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Trainer’s note: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2C3249"/>
                </a:solidFill>
                <a:latin typeface="Martel Sans" pitchFamily="34" charset="0"/>
                <a:ea typeface="Martel Sans" pitchFamily="34" charset="-122"/>
                <a:cs typeface="Martel Sans" pitchFamily="34" charset="-120"/>
              </a:rPr>
              <a:t>This </a:t>
            </a:r>
            <a:r>
              <a:rPr lang="en-US" sz="1100" dirty="0">
                <a:solidFill>
                  <a:srgbClr val="2C3249"/>
                </a:solidFill>
                <a:latin typeface="Martel Sans" pitchFamily="34" charset="0"/>
                <a:ea typeface="Martel Sans" pitchFamily="34" charset="-122"/>
                <a:cs typeface="Martel Sans" pitchFamily="34" charset="-120"/>
              </a:rPr>
              <a:t>presentation</a:t>
            </a:r>
            <a:r>
              <a:rPr lang="en-US" sz="1200" dirty="0">
                <a:solidFill>
                  <a:srgbClr val="2C3249"/>
                </a:solidFill>
                <a:latin typeface="Martel Sans" pitchFamily="34" charset="0"/>
                <a:ea typeface="Martel Sans" pitchFamily="34" charset="-122"/>
                <a:cs typeface="Martel Sans" pitchFamily="34" charset="-120"/>
              </a:rPr>
              <a:t> covers essential concepts in sales, training, and coaching. We'll explore effective methodologies and evaluation techniques. </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Trainer’s note: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2C3249"/>
                </a:solidFill>
                <a:latin typeface="Martel Sans" pitchFamily="34" charset="0"/>
                <a:ea typeface="Martel Sans" pitchFamily="34" charset="-122"/>
                <a:cs typeface="Martel Sans" pitchFamily="34" charset="-120"/>
              </a:rPr>
              <a:t>Make sure to introduce trainees with the agenda and introduction</a:t>
            </a:r>
            <a:endParaRPr lang="en-US" dirty="0"/>
          </a:p>
          <a:p>
            <a:endParaRPr lang="en-IN" dirty="0"/>
          </a:p>
        </p:txBody>
      </p:sp>
      <p:sp>
        <p:nvSpPr>
          <p:cNvPr id="4" name="Slide Number Placeholder 3"/>
          <p:cNvSpPr>
            <a:spLocks noGrp="1"/>
          </p:cNvSpPr>
          <p:nvPr>
            <p:ph type="sldNum" sz="quarter" idx="5"/>
          </p:nvPr>
        </p:nvSpPr>
        <p:spPr/>
        <p:txBody>
          <a:bodyPr/>
          <a:lstStyle/>
          <a:p>
            <a:fld id="{35AC5317-DDEF-41D2-9BE0-A8823A5128E2}" type="slidenum">
              <a:rPr lang="en-IN" smtClean="0"/>
              <a:t>2</a:t>
            </a:fld>
            <a:endParaRPr lang="en-IN"/>
          </a:p>
        </p:txBody>
      </p:sp>
    </p:spTree>
    <p:extLst>
      <p:ext uri="{BB962C8B-B14F-4D97-AF65-F5344CB8AC3E}">
        <p14:creationId xmlns:p14="http://schemas.microsoft.com/office/powerpoint/2010/main" val="14618946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Trainer’s note:</a:t>
            </a:r>
          </a:p>
          <a:p>
            <a:pPr>
              <a:lnSpc>
                <a:spcPct val="115000"/>
              </a:lnSpc>
              <a:spcBef>
                <a:spcPts val="800"/>
              </a:spcBef>
              <a:spcAft>
                <a:spcPts val="400"/>
              </a:spcAft>
              <a:buNone/>
            </a:pPr>
            <a:r>
              <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B2B (Business-to-Business): Sales between businesses.</a:t>
            </a:r>
          </a:p>
          <a:p>
            <a:pPr>
              <a:lnSpc>
                <a:spcPct val="115000"/>
              </a:lnSpc>
              <a:spcBef>
                <a:spcPts val="800"/>
              </a:spcBef>
              <a:spcAft>
                <a:spcPts val="400"/>
              </a:spcAft>
              <a:buNone/>
            </a:pPr>
            <a:r>
              <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B2C (Business-to-Consumer): Sales directly to individual consumers.</a:t>
            </a:r>
          </a:p>
          <a:p>
            <a:pPr>
              <a:lnSpc>
                <a:spcPct val="115000"/>
              </a:lnSpc>
              <a:spcBef>
                <a:spcPts val="800"/>
              </a:spcBef>
              <a:spcAft>
                <a:spcPts val="400"/>
              </a:spcAft>
              <a:buNone/>
            </a:pPr>
            <a:r>
              <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Inside Sales: Sales conducted remotely (via phone or email).</a:t>
            </a:r>
          </a:p>
          <a:p>
            <a:pPr>
              <a:lnSpc>
                <a:spcPct val="115000"/>
              </a:lnSpc>
              <a:spcBef>
                <a:spcPts val="800"/>
              </a:spcBef>
              <a:spcAft>
                <a:spcPts val="400"/>
              </a:spcAft>
              <a:buNone/>
            </a:pPr>
            <a:r>
              <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Outside Sales: Face-to-face sales in person.</a:t>
            </a:r>
          </a:p>
          <a:p>
            <a:pPr>
              <a:lnSpc>
                <a:spcPct val="115000"/>
              </a:lnSpc>
              <a:spcBef>
                <a:spcPts val="800"/>
              </a:spcBef>
              <a:spcAft>
                <a:spcPts val="400"/>
              </a:spcAft>
            </a:pPr>
            <a:r>
              <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Consultative Sales: Focus on solving customer problems with tailored solutions.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Trainer’s note:</a:t>
            </a:r>
          </a:p>
          <a:p>
            <a:r>
              <a:rPr lang="en-US" dirty="0"/>
              <a:t>Describe from above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Trainer’s note:</a:t>
            </a:r>
          </a:p>
          <a:p>
            <a:pPr>
              <a:lnSpc>
                <a:spcPct val="115000"/>
              </a:lnSpc>
              <a:spcBef>
                <a:spcPts val="800"/>
              </a:spcBef>
              <a:spcAft>
                <a:spcPts val="400"/>
              </a:spcAft>
              <a:buNone/>
            </a:pPr>
            <a:r>
              <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Key Methodologies:</a:t>
            </a:r>
          </a:p>
          <a:p>
            <a:pPr>
              <a:lnSpc>
                <a:spcPct val="115000"/>
              </a:lnSpc>
              <a:spcBef>
                <a:spcPts val="800"/>
              </a:spcBef>
              <a:spcAft>
                <a:spcPts val="400"/>
              </a:spcAft>
              <a:buNone/>
            </a:pPr>
            <a:r>
              <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Classroom Training: </a:t>
            </a:r>
          </a:p>
          <a:p>
            <a:pPr>
              <a:lnSpc>
                <a:spcPct val="115000"/>
              </a:lnSpc>
              <a:spcBef>
                <a:spcPts val="800"/>
              </a:spcBef>
              <a:spcAft>
                <a:spcPts val="400"/>
              </a:spcAft>
              <a:buNone/>
            </a:pPr>
            <a:r>
              <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Traditional in-person or virtual learning with an instructor.</a:t>
            </a:r>
          </a:p>
          <a:p>
            <a:pPr>
              <a:lnSpc>
                <a:spcPct val="115000"/>
              </a:lnSpc>
              <a:spcBef>
                <a:spcPts val="800"/>
              </a:spcBef>
              <a:spcAft>
                <a:spcPts val="400"/>
              </a:spcAft>
              <a:buNone/>
            </a:pPr>
            <a:r>
              <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Example: A training session on communication skills.</a:t>
            </a:r>
          </a:p>
          <a:p>
            <a:pPr>
              <a:lnSpc>
                <a:spcPct val="115000"/>
              </a:lnSpc>
              <a:spcBef>
                <a:spcPts val="800"/>
              </a:spcBef>
              <a:spcAft>
                <a:spcPts val="400"/>
              </a:spcAft>
              <a:buNone/>
            </a:pPr>
            <a:r>
              <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On-the-Job Training (OJT): </a:t>
            </a:r>
          </a:p>
          <a:p>
            <a:pPr>
              <a:lnSpc>
                <a:spcPct val="115000"/>
              </a:lnSpc>
              <a:spcBef>
                <a:spcPts val="800"/>
              </a:spcBef>
              <a:spcAft>
                <a:spcPts val="400"/>
              </a:spcAft>
              <a:buNone/>
            </a:pPr>
            <a:r>
              <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Learning while performing actual tasks.</a:t>
            </a:r>
          </a:p>
          <a:p>
            <a:pPr>
              <a:lnSpc>
                <a:spcPct val="115000"/>
              </a:lnSpc>
              <a:spcBef>
                <a:spcPts val="800"/>
              </a:spcBef>
              <a:spcAft>
                <a:spcPts val="400"/>
              </a:spcAft>
              <a:buNone/>
            </a:pPr>
            <a:r>
              <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Example: A new hire working alongside a senior employee to learn the role.</a:t>
            </a:r>
          </a:p>
          <a:p>
            <a:pPr>
              <a:lnSpc>
                <a:spcPct val="115000"/>
              </a:lnSpc>
              <a:spcBef>
                <a:spcPts val="800"/>
              </a:spcBef>
              <a:spcAft>
                <a:spcPts val="400"/>
              </a:spcAft>
              <a:buNone/>
            </a:pPr>
            <a:r>
              <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E-learning: </a:t>
            </a:r>
          </a:p>
          <a:p>
            <a:pPr>
              <a:lnSpc>
                <a:spcPct val="115000"/>
              </a:lnSpc>
              <a:spcBef>
                <a:spcPts val="800"/>
              </a:spcBef>
              <a:spcAft>
                <a:spcPts val="400"/>
              </a:spcAft>
              <a:buNone/>
            </a:pPr>
            <a:r>
              <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Online, self-paced learning.</a:t>
            </a:r>
          </a:p>
          <a:p>
            <a:pPr>
              <a:lnSpc>
                <a:spcPct val="115000"/>
              </a:lnSpc>
              <a:spcBef>
                <a:spcPts val="800"/>
              </a:spcBef>
              <a:spcAft>
                <a:spcPts val="400"/>
              </a:spcAft>
              <a:buNone/>
            </a:pPr>
            <a:r>
              <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Example: A series of video tutorials on using company software.</a:t>
            </a:r>
          </a:p>
          <a:p>
            <a:pPr>
              <a:lnSpc>
                <a:spcPct val="115000"/>
              </a:lnSpc>
              <a:spcBef>
                <a:spcPts val="800"/>
              </a:spcBef>
              <a:spcAft>
                <a:spcPts val="400"/>
              </a:spcAft>
              <a:buNone/>
            </a:pPr>
            <a:r>
              <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Role-Playing: </a:t>
            </a:r>
          </a:p>
          <a:p>
            <a:pPr>
              <a:lnSpc>
                <a:spcPct val="115000"/>
              </a:lnSpc>
              <a:spcBef>
                <a:spcPts val="800"/>
              </a:spcBef>
              <a:spcAft>
                <a:spcPts val="400"/>
              </a:spcAft>
              <a:buNone/>
            </a:pPr>
            <a:r>
              <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Simulating real-world situations to practice skills.</a:t>
            </a:r>
          </a:p>
          <a:p>
            <a:pPr>
              <a:lnSpc>
                <a:spcPct val="115000"/>
              </a:lnSpc>
              <a:spcBef>
                <a:spcPts val="1800"/>
              </a:spcBef>
              <a:spcAft>
                <a:spcPts val="400"/>
              </a:spcAft>
              <a:buNone/>
            </a:pPr>
            <a:r>
              <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Example: Salespeople practicing handling customer objections.</a:t>
            </a:r>
            <a:r>
              <a:rPr lang="en-IN" sz="1800" b="1" kern="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 Blended Learning</a:t>
            </a:r>
            <a:endPar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a:lnSpc>
                <a:spcPct val="115000"/>
              </a:lnSpc>
              <a:spcBef>
                <a:spcPts val="800"/>
              </a:spcBef>
              <a:spcAft>
                <a:spcPts val="400"/>
              </a:spcAft>
              <a:buNone/>
            </a:pPr>
            <a:r>
              <a:rPr lang="en-IN" sz="1800" b="1" kern="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Definition: A mix of instructor-led and online training methods.</a:t>
            </a:r>
            <a:endPar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a:lnSpc>
                <a:spcPct val="115000"/>
              </a:lnSpc>
              <a:spcBef>
                <a:spcPts val="800"/>
              </a:spcBef>
              <a:spcAft>
                <a:spcPts val="400"/>
              </a:spcAft>
              <a:buNone/>
            </a:pPr>
            <a:r>
              <a:rPr lang="en-IN" sz="1800" b="1" kern="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Advantages: </a:t>
            </a:r>
            <a:endPar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a:lnSpc>
                <a:spcPct val="115000"/>
              </a:lnSpc>
              <a:spcBef>
                <a:spcPts val="800"/>
              </a:spcBef>
              <a:spcAft>
                <a:spcPts val="400"/>
              </a:spcAft>
              <a:buNone/>
            </a:pPr>
            <a:r>
              <a:rPr lang="en-IN" sz="1800" b="1" kern="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Combines the best of both worlds (in-person interaction + online flexibility).</a:t>
            </a:r>
            <a:endPar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a:lnSpc>
                <a:spcPct val="115000"/>
              </a:lnSpc>
              <a:spcBef>
                <a:spcPts val="800"/>
              </a:spcBef>
              <a:spcAft>
                <a:spcPts val="400"/>
              </a:spcAft>
              <a:buNone/>
            </a:pPr>
            <a:r>
              <a:rPr lang="en-IN" sz="1800" b="1" kern="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Provides a personalized learning experience.</a:t>
            </a:r>
            <a:endPar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a:lnSpc>
                <a:spcPct val="115000"/>
              </a:lnSpc>
              <a:spcBef>
                <a:spcPts val="800"/>
              </a:spcBef>
              <a:spcAft>
                <a:spcPts val="400"/>
              </a:spcAft>
              <a:buNone/>
            </a:pPr>
            <a:r>
              <a:rPr lang="en-IN" sz="1800" b="1" kern="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Enables learners to apply knowledge in real-world scenarios.</a:t>
            </a:r>
            <a:endPar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a:lnSpc>
                <a:spcPct val="115000"/>
              </a:lnSpc>
              <a:spcBef>
                <a:spcPts val="800"/>
              </a:spcBef>
              <a:spcAft>
                <a:spcPts val="400"/>
              </a:spcAft>
              <a:buNone/>
            </a:pPr>
            <a:r>
              <a:rPr lang="en-IN" sz="1800" b="1" kern="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Disadvantages: </a:t>
            </a:r>
            <a:endPar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a:lnSpc>
                <a:spcPct val="115000"/>
              </a:lnSpc>
              <a:spcBef>
                <a:spcPts val="800"/>
              </a:spcBef>
              <a:spcAft>
                <a:spcPts val="400"/>
              </a:spcAft>
              <a:buNone/>
            </a:pPr>
            <a:r>
              <a:rPr lang="en-IN" sz="1800" b="1" kern="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Requires careful planning and coordination.</a:t>
            </a:r>
            <a:endPar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a:lnSpc>
                <a:spcPct val="115000"/>
              </a:lnSpc>
              <a:spcBef>
                <a:spcPts val="800"/>
              </a:spcBef>
              <a:spcAft>
                <a:spcPts val="400"/>
              </a:spcAft>
              <a:buNone/>
            </a:pPr>
            <a:r>
              <a:rPr lang="en-IN" sz="1800" b="1" kern="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May have higher initial setup costs.</a:t>
            </a:r>
            <a:endPar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a:lnSpc>
                <a:spcPct val="115000"/>
              </a:lnSpc>
              <a:spcBef>
                <a:spcPts val="800"/>
              </a:spcBef>
              <a:spcAft>
                <a:spcPts val="400"/>
              </a:spcAft>
            </a:pPr>
            <a:r>
              <a:rPr lang="en-IN" sz="1800" b="1" kern="0" dirty="0">
                <a:solidFill>
                  <a:srgbClr val="0F4761"/>
                </a:solidFill>
                <a:effectLst/>
                <a:latin typeface="Times New Roman" panose="02020603050405020304" pitchFamily="18" charset="0"/>
                <a:ea typeface="Times New Roman" panose="02020603050405020304" pitchFamily="18" charset="0"/>
                <a:cs typeface="Times New Roman" panose="02020603050405020304" pitchFamily="18" charset="0"/>
              </a:rPr>
              <a:t>Learners need to manage both online and in-person aspects.</a:t>
            </a:r>
            <a:endPar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a:lnSpc>
                <a:spcPct val="115000"/>
              </a:lnSpc>
              <a:spcBef>
                <a:spcPts val="800"/>
              </a:spcBef>
              <a:spcAft>
                <a:spcPts val="400"/>
              </a:spcAft>
            </a:pPr>
            <a:endPar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Trainer’s note:</a:t>
            </a:r>
          </a:p>
          <a:p>
            <a:pPr algn="ctr">
              <a:lnSpc>
                <a:spcPct val="115000"/>
              </a:lnSpc>
              <a:spcBef>
                <a:spcPts val="800"/>
              </a:spcBef>
              <a:spcAft>
                <a:spcPts val="400"/>
              </a:spcAft>
              <a:buNone/>
            </a:pPr>
            <a:endPar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a:lnSpc>
                <a:spcPct val="115000"/>
              </a:lnSpc>
              <a:spcBef>
                <a:spcPts val="800"/>
              </a:spcBef>
              <a:spcAft>
                <a:spcPts val="400"/>
              </a:spcAft>
              <a:buNone/>
            </a:pPr>
            <a:r>
              <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Key Components:</a:t>
            </a:r>
          </a:p>
          <a:p>
            <a:pPr>
              <a:lnSpc>
                <a:spcPct val="115000"/>
              </a:lnSpc>
              <a:spcBef>
                <a:spcPts val="800"/>
              </a:spcBef>
              <a:spcAft>
                <a:spcPts val="400"/>
              </a:spcAft>
              <a:buNone/>
            </a:pPr>
            <a:r>
              <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TNA (Training Needs Analysis): Identifying gaps in employee skills and knowledge.</a:t>
            </a:r>
          </a:p>
          <a:p>
            <a:pPr>
              <a:lnSpc>
                <a:spcPct val="115000"/>
              </a:lnSpc>
              <a:spcBef>
                <a:spcPts val="800"/>
              </a:spcBef>
              <a:spcAft>
                <a:spcPts val="400"/>
              </a:spcAft>
              <a:buNone/>
            </a:pPr>
            <a:r>
              <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TNI (Training Needs Identification): Determining which skills need to be developed.</a:t>
            </a:r>
          </a:p>
          <a:p>
            <a:pPr>
              <a:lnSpc>
                <a:spcPct val="115000"/>
              </a:lnSpc>
              <a:spcBef>
                <a:spcPts val="800"/>
              </a:spcBef>
              <a:spcAft>
                <a:spcPts val="400"/>
              </a:spcAft>
              <a:buNone/>
            </a:pPr>
            <a:r>
              <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TNE (Training Needs Evaluation): Assessing if training goals were met and if further training is needed.</a:t>
            </a:r>
          </a:p>
          <a:p>
            <a:pPr>
              <a:lnSpc>
                <a:spcPct val="115000"/>
              </a:lnSpc>
              <a:spcBef>
                <a:spcPts val="800"/>
              </a:spcBef>
              <a:spcAft>
                <a:spcPts val="400"/>
              </a:spcAft>
              <a:buNone/>
            </a:pPr>
            <a:r>
              <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Kirkpatrick Model of Training Evaluation:</a:t>
            </a:r>
          </a:p>
          <a:p>
            <a:pPr>
              <a:lnSpc>
                <a:spcPct val="115000"/>
              </a:lnSpc>
              <a:spcBef>
                <a:spcPts val="800"/>
              </a:spcBef>
              <a:spcAft>
                <a:spcPts val="400"/>
              </a:spcAft>
              <a:buNone/>
            </a:pPr>
            <a:r>
              <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Reaction: How participants feel about the training.</a:t>
            </a:r>
          </a:p>
          <a:p>
            <a:pPr>
              <a:lnSpc>
                <a:spcPct val="115000"/>
              </a:lnSpc>
              <a:spcBef>
                <a:spcPts val="800"/>
              </a:spcBef>
              <a:spcAft>
                <a:spcPts val="400"/>
              </a:spcAft>
              <a:buNone/>
            </a:pPr>
            <a:r>
              <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Learning: What knowledge and skills were gained.</a:t>
            </a:r>
          </a:p>
          <a:p>
            <a:pPr>
              <a:lnSpc>
                <a:spcPct val="115000"/>
              </a:lnSpc>
              <a:spcBef>
                <a:spcPts val="800"/>
              </a:spcBef>
              <a:spcAft>
                <a:spcPts val="400"/>
              </a:spcAft>
              <a:buNone/>
            </a:pPr>
            <a:r>
              <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Behaviour: How the training is applied on the job.</a:t>
            </a:r>
          </a:p>
          <a:p>
            <a:pPr>
              <a:lnSpc>
                <a:spcPct val="115000"/>
              </a:lnSpc>
              <a:spcBef>
                <a:spcPts val="800"/>
              </a:spcBef>
              <a:spcAft>
                <a:spcPts val="400"/>
              </a:spcAft>
            </a:pPr>
            <a:r>
              <a:rPr lang="en-IN" sz="1800" b="1"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Results: The impact on business outcomes.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Trainer’s note:</a:t>
            </a:r>
          </a:p>
          <a:p>
            <a:r>
              <a:rPr lang="en-US" dirty="0"/>
              <a:t>Describe from above slide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Trainer’s note:</a:t>
            </a:r>
          </a:p>
          <a:p>
            <a:r>
              <a:rPr lang="en-IN" dirty="0"/>
              <a:t>Sales, training, and coaching feedback all play a crucial role in helping individuals develop professionally. Sales enhance communication and persuasion skills, building confidence and career growth. Training equips employees with the necessary knowledge and expertise to perform better, leading to improved job satisfaction and success. Coaching feedback offers personalized, constructive guidance that helps individuals continuously improve their performance, achieve goals, and grow in their roles. Together, these elements contribute to both short-term success and long-term career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49E922-8A84-76D0-0483-BBBAD79F1876}"/>
              </a:ext>
            </a:extLst>
          </p:cNvPr>
          <p:cNvSpPr>
            <a:spLocks noGrp="1"/>
          </p:cNvSpPr>
          <p:nvPr>
            <p:ph type="dt" sz="half" idx="10"/>
          </p:nvPr>
        </p:nvSpPr>
        <p:spPr/>
        <p:txBody>
          <a:bodyPr/>
          <a:lstStyle/>
          <a:p>
            <a:fld id="{EB6F3FA8-A494-48EA-A9AA-C04C7150F022}" type="datetimeFigureOut">
              <a:rPr lang="en-IN" smtClean="0"/>
              <a:t>12-03-2025</a:t>
            </a:fld>
            <a:endParaRPr lang="en-IN"/>
          </a:p>
        </p:txBody>
      </p:sp>
      <p:sp>
        <p:nvSpPr>
          <p:cNvPr id="3" name="Footer Placeholder 2">
            <a:extLst>
              <a:ext uri="{FF2B5EF4-FFF2-40B4-BE49-F238E27FC236}">
                <a16:creationId xmlns:a16="http://schemas.microsoft.com/office/drawing/2014/main" id="{17B6BF1F-DDD8-FFDF-443D-160E6F2395A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99587E1-F96E-1DC5-06CE-0794AF261DA0}"/>
              </a:ext>
            </a:extLst>
          </p:cNvPr>
          <p:cNvSpPr>
            <a:spLocks noGrp="1"/>
          </p:cNvSpPr>
          <p:nvPr>
            <p:ph type="sldNum" sz="quarter" idx="12"/>
          </p:nvPr>
        </p:nvSpPr>
        <p:spPr/>
        <p:txBody>
          <a:bodyPr/>
          <a:lstStyle/>
          <a:p>
            <a:r>
              <a:rPr lang="en-IN" dirty="0"/>
              <a:t>By Amit Sankhyan</a:t>
            </a:r>
          </a:p>
        </p:txBody>
      </p:sp>
    </p:spTree>
    <p:extLst>
      <p:ext uri="{BB962C8B-B14F-4D97-AF65-F5344CB8AC3E}">
        <p14:creationId xmlns:p14="http://schemas.microsoft.com/office/powerpoint/2010/main" val="19785755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BF4F3"/>
          </a:solidFill>
          <a:ln/>
        </p:spPr>
      </p:sp>
      <p:sp>
        <p:nvSpPr>
          <p:cNvPr id="3" name="Shape 1"/>
          <p:cNvSpPr/>
          <p:nvPr/>
        </p:nvSpPr>
        <p:spPr>
          <a:xfrm>
            <a:off x="0" y="0"/>
            <a:ext cx="12192000" cy="6858000"/>
          </a:xfrm>
          <a:prstGeom prst="rect">
            <a:avLst/>
          </a:prstGeom>
          <a:solidFill>
            <a:srgbClr val="FFFFFF"/>
          </a:solidFill>
          <a:ln/>
        </p:spPr>
      </p:sp>
      <p:sp>
        <p:nvSpPr>
          <p:cNvPr id="6" name="TextBox 5">
            <a:extLst>
              <a:ext uri="{FF2B5EF4-FFF2-40B4-BE49-F238E27FC236}">
                <a16:creationId xmlns:a16="http://schemas.microsoft.com/office/drawing/2014/main" id="{A2A38FBF-E437-FC81-AA3F-DDFB42CE1F75}"/>
              </a:ext>
            </a:extLst>
          </p:cNvPr>
          <p:cNvSpPr txBox="1"/>
          <p:nvPr userDrawn="1"/>
        </p:nvSpPr>
        <p:spPr>
          <a:xfrm>
            <a:off x="10344149" y="6488668"/>
            <a:ext cx="1933575" cy="369332"/>
          </a:xfrm>
          <a:prstGeom prst="rect">
            <a:avLst/>
          </a:prstGeom>
          <a:noFill/>
        </p:spPr>
        <p:txBody>
          <a:bodyPr wrap="square">
            <a:spAutoFit/>
          </a:bodyPr>
          <a:lstStyle/>
          <a:p>
            <a:r>
              <a:rPr lang="en-IN" dirty="0">
                <a:solidFill>
                  <a:schemeClr val="bg1">
                    <a:lumMod val="75000"/>
                  </a:schemeClr>
                </a:solidFill>
              </a:rPr>
              <a:t>By Amit Sankhyan</a:t>
            </a:r>
          </a:p>
        </p:txBody>
      </p:sp>
    </p:spTree>
    <p:extLst>
      <p:ext uri="{BB962C8B-B14F-4D97-AF65-F5344CB8AC3E}">
        <p14:creationId xmlns:p14="http://schemas.microsoft.com/office/powerpoint/2010/main" val="24748442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BF4F3"/>
          </a:solidFill>
          <a:ln/>
        </p:spPr>
      </p:sp>
      <p:sp>
        <p:nvSpPr>
          <p:cNvPr id="3" name="Shape 1"/>
          <p:cNvSpPr/>
          <p:nvPr/>
        </p:nvSpPr>
        <p:spPr>
          <a:xfrm>
            <a:off x="0" y="0"/>
            <a:ext cx="12192000" cy="6858000"/>
          </a:xfrm>
          <a:prstGeom prst="rect">
            <a:avLst/>
          </a:prstGeom>
          <a:solidFill>
            <a:srgbClr val="FFFFFF"/>
          </a:solidFill>
          <a:ln/>
        </p:spPr>
      </p:sp>
      <p:sp>
        <p:nvSpPr>
          <p:cNvPr id="7" name="TextBox 6">
            <a:extLst>
              <a:ext uri="{FF2B5EF4-FFF2-40B4-BE49-F238E27FC236}">
                <a16:creationId xmlns:a16="http://schemas.microsoft.com/office/drawing/2014/main" id="{4768FE50-6245-30C6-759E-D6E7C252C41A}"/>
              </a:ext>
            </a:extLst>
          </p:cNvPr>
          <p:cNvSpPr txBox="1"/>
          <p:nvPr userDrawn="1"/>
        </p:nvSpPr>
        <p:spPr>
          <a:xfrm>
            <a:off x="10344149" y="6488668"/>
            <a:ext cx="1933575" cy="369332"/>
          </a:xfrm>
          <a:prstGeom prst="rect">
            <a:avLst/>
          </a:prstGeom>
          <a:noFill/>
        </p:spPr>
        <p:txBody>
          <a:bodyPr wrap="square">
            <a:spAutoFit/>
          </a:bodyPr>
          <a:lstStyle/>
          <a:p>
            <a:r>
              <a:rPr lang="en-IN" dirty="0">
                <a:solidFill>
                  <a:schemeClr val="bg1">
                    <a:lumMod val="75000"/>
                  </a:schemeClr>
                </a:solidFill>
              </a:rPr>
              <a:t>By Amit Sankhyan</a:t>
            </a:r>
          </a:p>
        </p:txBody>
      </p:sp>
    </p:spTree>
    <p:extLst>
      <p:ext uri="{BB962C8B-B14F-4D97-AF65-F5344CB8AC3E}">
        <p14:creationId xmlns:p14="http://schemas.microsoft.com/office/powerpoint/2010/main" val="13871851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D66E0-6D0F-EE23-BE6E-8B0D9B888E02}"/>
              </a:ext>
            </a:extLst>
          </p:cNvPr>
          <p:cNvSpPr>
            <a:spLocks noGrp="1"/>
          </p:cNvSpPr>
          <p:nvPr>
            <p:ph type="title"/>
          </p:nvPr>
        </p:nvSpPr>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0090728-D381-B4EC-ABAB-0BEC13EA7B70}"/>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AC41EF-9986-570B-3A25-BD800FB9C55B}"/>
              </a:ext>
            </a:extLst>
          </p:cNvPr>
          <p:cNvSpPr>
            <a:spLocks noGrp="1"/>
          </p:cNvSpPr>
          <p:nvPr>
            <p:ph type="dt" sz="half" idx="10"/>
          </p:nvPr>
        </p:nvSpPr>
        <p:spPr/>
        <p:txBody>
          <a:bodyPr/>
          <a:lstStyle/>
          <a:p>
            <a:fld id="{DBBAC1A9-2918-4211-AF0B-E0414802CDFA}" type="datetimeFigureOut">
              <a:rPr lang="en-IN" smtClean="0"/>
              <a:t>12-03-2025</a:t>
            </a:fld>
            <a:endParaRPr lang="en-IN"/>
          </a:p>
        </p:txBody>
      </p:sp>
      <p:sp>
        <p:nvSpPr>
          <p:cNvPr id="5" name="Footer Placeholder 4">
            <a:extLst>
              <a:ext uri="{FF2B5EF4-FFF2-40B4-BE49-F238E27FC236}">
                <a16:creationId xmlns:a16="http://schemas.microsoft.com/office/drawing/2014/main" id="{F61E2C78-929B-69E6-DFC7-8216B3438E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D261F7-5434-526E-2E0B-44270E0794C9}"/>
              </a:ext>
            </a:extLst>
          </p:cNvPr>
          <p:cNvSpPr>
            <a:spLocks noGrp="1"/>
          </p:cNvSpPr>
          <p:nvPr>
            <p:ph type="sldNum" sz="quarter" idx="12"/>
          </p:nvPr>
        </p:nvSpPr>
        <p:spPr/>
        <p:txBody>
          <a:bodyPr/>
          <a:lstStyle>
            <a:lvl1pPr>
              <a:defRPr/>
            </a:lvl1pPr>
          </a:lstStyle>
          <a:p>
            <a:r>
              <a:rPr lang="en-IN" dirty="0"/>
              <a:t>By Amit Sankhyan</a:t>
            </a:r>
          </a:p>
        </p:txBody>
      </p:sp>
    </p:spTree>
    <p:extLst>
      <p:ext uri="{BB962C8B-B14F-4D97-AF65-F5344CB8AC3E}">
        <p14:creationId xmlns:p14="http://schemas.microsoft.com/office/powerpoint/2010/main" val="19983427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BF4F3"/>
          </a:solidFill>
          <a:ln/>
        </p:spPr>
      </p:sp>
      <p:sp>
        <p:nvSpPr>
          <p:cNvPr id="3" name="Shape 1"/>
          <p:cNvSpPr/>
          <p:nvPr/>
        </p:nvSpPr>
        <p:spPr>
          <a:xfrm>
            <a:off x="0" y="0"/>
            <a:ext cx="12192000" cy="6858000"/>
          </a:xfrm>
          <a:prstGeom prst="rect">
            <a:avLst/>
          </a:prstGeom>
          <a:solidFill>
            <a:srgbClr val="FFFFFF"/>
          </a:solidFill>
          <a:ln/>
        </p:spPr>
      </p:sp>
      <p:sp>
        <p:nvSpPr>
          <p:cNvPr id="5" name="TextBox 4">
            <a:extLst>
              <a:ext uri="{FF2B5EF4-FFF2-40B4-BE49-F238E27FC236}">
                <a16:creationId xmlns:a16="http://schemas.microsoft.com/office/drawing/2014/main" id="{0EE6447A-D0A9-E9EE-4B0A-6475C577FE0B}"/>
              </a:ext>
            </a:extLst>
          </p:cNvPr>
          <p:cNvSpPr txBox="1"/>
          <p:nvPr userDrawn="1"/>
        </p:nvSpPr>
        <p:spPr>
          <a:xfrm>
            <a:off x="10344149" y="6488668"/>
            <a:ext cx="1933575" cy="369332"/>
          </a:xfrm>
          <a:prstGeom prst="rect">
            <a:avLst/>
          </a:prstGeom>
          <a:noFill/>
        </p:spPr>
        <p:txBody>
          <a:bodyPr wrap="square">
            <a:spAutoFit/>
          </a:bodyPr>
          <a:lstStyle/>
          <a:p>
            <a:r>
              <a:rPr lang="en-IN" dirty="0">
                <a:solidFill>
                  <a:schemeClr val="bg1">
                    <a:lumMod val="75000"/>
                  </a:schemeClr>
                </a:solidFill>
              </a:rPr>
              <a:t>By Amit Sankhyan</a:t>
            </a:r>
          </a:p>
        </p:txBody>
      </p:sp>
    </p:spTree>
    <p:extLst>
      <p:ext uri="{BB962C8B-B14F-4D97-AF65-F5344CB8AC3E}">
        <p14:creationId xmlns:p14="http://schemas.microsoft.com/office/powerpoint/2010/main" val="7464240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BF4F3"/>
          </a:solidFill>
          <a:ln/>
        </p:spPr>
      </p:sp>
      <p:sp>
        <p:nvSpPr>
          <p:cNvPr id="3" name="Shape 1"/>
          <p:cNvSpPr/>
          <p:nvPr/>
        </p:nvSpPr>
        <p:spPr>
          <a:xfrm>
            <a:off x="0" y="0"/>
            <a:ext cx="12192000" cy="6858000"/>
          </a:xfrm>
          <a:prstGeom prst="rect">
            <a:avLst/>
          </a:prstGeom>
          <a:solidFill>
            <a:srgbClr val="FFFFFF"/>
          </a:solidFill>
          <a:ln/>
        </p:spPr>
      </p:sp>
      <p:sp>
        <p:nvSpPr>
          <p:cNvPr id="5" name="TextBox 4">
            <a:extLst>
              <a:ext uri="{FF2B5EF4-FFF2-40B4-BE49-F238E27FC236}">
                <a16:creationId xmlns:a16="http://schemas.microsoft.com/office/drawing/2014/main" id="{D2F2C00F-FB07-AD81-A593-C08EC995E32C}"/>
              </a:ext>
            </a:extLst>
          </p:cNvPr>
          <p:cNvSpPr txBox="1"/>
          <p:nvPr userDrawn="1"/>
        </p:nvSpPr>
        <p:spPr>
          <a:xfrm>
            <a:off x="10344149" y="6488668"/>
            <a:ext cx="1933575" cy="369332"/>
          </a:xfrm>
          <a:prstGeom prst="rect">
            <a:avLst/>
          </a:prstGeom>
          <a:noFill/>
        </p:spPr>
        <p:txBody>
          <a:bodyPr wrap="square">
            <a:spAutoFit/>
          </a:bodyPr>
          <a:lstStyle/>
          <a:p>
            <a:r>
              <a:rPr lang="en-IN" dirty="0">
                <a:solidFill>
                  <a:schemeClr val="bg1">
                    <a:lumMod val="75000"/>
                  </a:schemeClr>
                </a:solidFill>
              </a:rPr>
              <a:t>By Amit Sankhyan</a:t>
            </a:r>
          </a:p>
        </p:txBody>
      </p:sp>
    </p:spTree>
    <p:extLst>
      <p:ext uri="{BB962C8B-B14F-4D97-AF65-F5344CB8AC3E}">
        <p14:creationId xmlns:p14="http://schemas.microsoft.com/office/powerpoint/2010/main" val="34535750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BF4F3"/>
          </a:solidFill>
          <a:ln/>
        </p:spPr>
      </p:sp>
      <p:sp>
        <p:nvSpPr>
          <p:cNvPr id="3" name="Shape 1"/>
          <p:cNvSpPr/>
          <p:nvPr/>
        </p:nvSpPr>
        <p:spPr>
          <a:xfrm>
            <a:off x="0" y="0"/>
            <a:ext cx="12192000" cy="6858000"/>
          </a:xfrm>
          <a:prstGeom prst="rect">
            <a:avLst/>
          </a:prstGeom>
          <a:solidFill>
            <a:srgbClr val="FFFFFF"/>
          </a:solidFill>
          <a:ln/>
        </p:spPr>
      </p:sp>
      <p:sp>
        <p:nvSpPr>
          <p:cNvPr id="5" name="TextBox 4">
            <a:extLst>
              <a:ext uri="{FF2B5EF4-FFF2-40B4-BE49-F238E27FC236}">
                <a16:creationId xmlns:a16="http://schemas.microsoft.com/office/drawing/2014/main" id="{E82CFFFF-E2D2-BF6A-FB30-B08B16676E37}"/>
              </a:ext>
            </a:extLst>
          </p:cNvPr>
          <p:cNvSpPr txBox="1"/>
          <p:nvPr userDrawn="1"/>
        </p:nvSpPr>
        <p:spPr>
          <a:xfrm>
            <a:off x="10344149" y="6488668"/>
            <a:ext cx="1933575" cy="369332"/>
          </a:xfrm>
          <a:prstGeom prst="rect">
            <a:avLst/>
          </a:prstGeom>
          <a:noFill/>
        </p:spPr>
        <p:txBody>
          <a:bodyPr wrap="square">
            <a:spAutoFit/>
          </a:bodyPr>
          <a:lstStyle/>
          <a:p>
            <a:r>
              <a:rPr lang="en-IN" dirty="0">
                <a:solidFill>
                  <a:schemeClr val="bg1">
                    <a:lumMod val="75000"/>
                  </a:schemeClr>
                </a:solidFill>
              </a:rPr>
              <a:t>By Amit Sankhyan</a:t>
            </a:r>
          </a:p>
        </p:txBody>
      </p:sp>
    </p:spTree>
    <p:extLst>
      <p:ext uri="{BB962C8B-B14F-4D97-AF65-F5344CB8AC3E}">
        <p14:creationId xmlns:p14="http://schemas.microsoft.com/office/powerpoint/2010/main" val="5947807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BF4F3"/>
          </a:solidFill>
          <a:ln/>
        </p:spPr>
      </p:sp>
      <p:sp>
        <p:nvSpPr>
          <p:cNvPr id="3" name="Shape 1"/>
          <p:cNvSpPr/>
          <p:nvPr/>
        </p:nvSpPr>
        <p:spPr>
          <a:xfrm>
            <a:off x="0" y="0"/>
            <a:ext cx="12192000" cy="6858000"/>
          </a:xfrm>
          <a:prstGeom prst="rect">
            <a:avLst/>
          </a:prstGeom>
          <a:solidFill>
            <a:srgbClr val="FFFFFF"/>
          </a:solidFill>
          <a:ln/>
        </p:spPr>
      </p:sp>
      <p:sp>
        <p:nvSpPr>
          <p:cNvPr id="5" name="TextBox 4">
            <a:extLst>
              <a:ext uri="{FF2B5EF4-FFF2-40B4-BE49-F238E27FC236}">
                <a16:creationId xmlns:a16="http://schemas.microsoft.com/office/drawing/2014/main" id="{1FDE12F1-9DF4-5A80-8FF6-C93ACC5FABF0}"/>
              </a:ext>
            </a:extLst>
          </p:cNvPr>
          <p:cNvSpPr txBox="1"/>
          <p:nvPr userDrawn="1"/>
        </p:nvSpPr>
        <p:spPr>
          <a:xfrm>
            <a:off x="10344149" y="6488668"/>
            <a:ext cx="1933575" cy="369332"/>
          </a:xfrm>
          <a:prstGeom prst="rect">
            <a:avLst/>
          </a:prstGeom>
          <a:noFill/>
        </p:spPr>
        <p:txBody>
          <a:bodyPr wrap="square">
            <a:spAutoFit/>
          </a:bodyPr>
          <a:lstStyle/>
          <a:p>
            <a:r>
              <a:rPr lang="en-IN" dirty="0">
                <a:solidFill>
                  <a:schemeClr val="bg1">
                    <a:lumMod val="75000"/>
                  </a:schemeClr>
                </a:solidFill>
              </a:rPr>
              <a:t>By Amit Sankhyan</a:t>
            </a:r>
          </a:p>
        </p:txBody>
      </p:sp>
    </p:spTree>
    <p:extLst>
      <p:ext uri="{BB962C8B-B14F-4D97-AF65-F5344CB8AC3E}">
        <p14:creationId xmlns:p14="http://schemas.microsoft.com/office/powerpoint/2010/main" val="16157233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D6F5EE"/>
          </a:solidFill>
          <a:ln/>
        </p:spPr>
      </p:sp>
      <p:sp>
        <p:nvSpPr>
          <p:cNvPr id="3" name="Shape 1"/>
          <p:cNvSpPr/>
          <p:nvPr/>
        </p:nvSpPr>
        <p:spPr>
          <a:xfrm>
            <a:off x="0" y="0"/>
            <a:ext cx="12192000" cy="6858000"/>
          </a:xfrm>
          <a:prstGeom prst="rect">
            <a:avLst/>
          </a:prstGeom>
          <a:solidFill>
            <a:srgbClr val="FFFFFF"/>
          </a:solidFill>
          <a:ln/>
        </p:spPr>
      </p:sp>
      <p:sp>
        <p:nvSpPr>
          <p:cNvPr id="5" name="TextBox 4">
            <a:extLst>
              <a:ext uri="{FF2B5EF4-FFF2-40B4-BE49-F238E27FC236}">
                <a16:creationId xmlns:a16="http://schemas.microsoft.com/office/drawing/2014/main" id="{E6DE4FC6-B33D-D820-3550-9FEDADC93F47}"/>
              </a:ext>
            </a:extLst>
          </p:cNvPr>
          <p:cNvSpPr txBox="1"/>
          <p:nvPr userDrawn="1"/>
        </p:nvSpPr>
        <p:spPr>
          <a:xfrm>
            <a:off x="10344149" y="6488668"/>
            <a:ext cx="1933575" cy="369332"/>
          </a:xfrm>
          <a:prstGeom prst="rect">
            <a:avLst/>
          </a:prstGeom>
          <a:noFill/>
        </p:spPr>
        <p:txBody>
          <a:bodyPr wrap="square">
            <a:spAutoFit/>
          </a:bodyPr>
          <a:lstStyle/>
          <a:p>
            <a:r>
              <a:rPr lang="en-IN" dirty="0">
                <a:solidFill>
                  <a:schemeClr val="bg1">
                    <a:lumMod val="75000"/>
                  </a:schemeClr>
                </a:solidFill>
              </a:rPr>
              <a:t>By Amit Sankhyan</a:t>
            </a:r>
          </a:p>
        </p:txBody>
      </p:sp>
    </p:spTree>
    <p:extLst>
      <p:ext uri="{BB962C8B-B14F-4D97-AF65-F5344CB8AC3E}">
        <p14:creationId xmlns:p14="http://schemas.microsoft.com/office/powerpoint/2010/main" val="910421446"/>
      </p:ext>
    </p:extLst>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3.xml" Id="rId13" /><Relationship Type="http://schemas.openxmlformats.org/officeDocument/2006/relationships/slideLayout" Target="/ppt/slideLayouts/slideLayout18.xml" Id="rId18" /><Relationship Type="http://schemas.openxmlformats.org/officeDocument/2006/relationships/slideLayout" Target="/ppt/slideLayouts/slideLayout7.xml" Id="rId7" /><Relationship Type="http://schemas.openxmlformats.org/officeDocument/2006/relationships/slideLayout" Target="/ppt/slideLayouts/slideLayout12.xml" Id="rId12" /><Relationship Type="http://schemas.openxmlformats.org/officeDocument/2006/relationships/slideLayout" Target="/ppt/slideLayouts/slideLayout17.xml" Id="rId17" /><Relationship Type="http://schemas.openxmlformats.org/officeDocument/2006/relationships/slideLayout" Target="/ppt/slideLayouts/slideLayout16.xml" Id="rId16" /><Relationship Type="http://schemas.openxmlformats.org/officeDocument/2006/relationships/theme" Target="/ppt/theme/theme1.xml" Id="rId20" /><Relationship Type="http://schemas.openxmlformats.org/officeDocument/2006/relationships/slideLayout" Target="/ppt/slideLayouts/slideLayout15.xml" Id="rId15" /><Relationship Type="http://schemas.openxmlformats.org/officeDocument/2006/relationships/slideLayout" Target="/ppt/slideLayouts/slideLayout19.xml" Id="rId19" /><Relationship Type="http://schemas.openxmlformats.org/officeDocument/2006/relationships/slideLayout" Target="/ppt/slideLayouts/slideLayout14.xml" Id="rId14" /></Relationships>
</file>

<file path=ppt/slideMasters/slideMaster1.xml><?xml version="1.0" encoding="utf-8"?>
<p:sldMaster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7B4F5C-FAC8-3C78-17C6-A5D44C9DA7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0E9BB8F-5B5A-395B-FEEA-57BFB5D7C5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791497-D34A-3182-7257-91794E8862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6F3FA8-A494-48EA-A9AA-C04C7150F022}" type="datetimeFigureOut">
              <a:rPr lang="en-IN" smtClean="0"/>
              <a:t>12-03-2025</a:t>
            </a:fld>
            <a:endParaRPr lang="en-IN"/>
          </a:p>
        </p:txBody>
      </p:sp>
      <p:sp>
        <p:nvSpPr>
          <p:cNvPr id="5" name="Footer Placeholder 4">
            <a:extLst>
              <a:ext uri="{FF2B5EF4-FFF2-40B4-BE49-F238E27FC236}">
                <a16:creationId xmlns:a16="http://schemas.microsoft.com/office/drawing/2014/main" id="{DCD25B62-63E3-983B-8CE7-2FAC2C989F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68482AA-5D0A-49AF-759B-E9DC1ECA2F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IN" dirty="0"/>
              <a:t>By Amit Sankhyan</a:t>
            </a:r>
          </a:p>
        </p:txBody>
      </p:sp>
    </p:spTree>
    <p:extLst>
      <p:ext uri="{BB962C8B-B14F-4D97-AF65-F5344CB8AC3E}">
        <p14:creationId xmlns:p14="http://schemas.microsoft.com/office/powerpoint/2010/main" val="1655368822"/>
      </p:ext>
    </p:extLst>
  </p:cSld>
  <p:clrMap bg1="lt1" tx1="dk1" bg2="lt2" tx2="dk2" accent1="accent1" accent2="accent2" accent3="accent3" accent4="accent4" accent5="accent5" accent6="accent6" hlink="hlink" folHlink="folHlink"/>
  <p:sldLayoutIdLst>
    <p:sldLayoutId id="2147483655" r:id="rId7"/>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ppt/media/image1.png" Id="rId3" /><Relationship Type="http://schemas.openxmlformats.org/officeDocument/2006/relationships/notesSlide" Target="/ppt/notesSlides/notesSlide1.xml" Id="rId2" /><Relationship Type="http://schemas.openxmlformats.org/officeDocument/2006/relationships/slideLayout" Target="/ppt/slideLayouts/slideLayout12.xml" Id="rId1" /><Relationship Type="http://schemas.microsoft.com/office/2007/relationships/hdphoto" Target="/ppt/media/hdphoto1.wdp" Id="rId4" /></Relationships>
</file>

<file path=ppt/slides/_rels/slide2.xml.rels>&#65279;<?xml version="1.0" encoding="utf-8"?><Relationships xmlns="http://schemas.openxmlformats.org/package/2006/relationships"><Relationship Type="http://schemas.openxmlformats.org/officeDocument/2006/relationships/notesSlide" Target="/ppt/notesSlides/notesSlide2.xml" Id="rId2" /><Relationship Type="http://schemas.openxmlformats.org/officeDocument/2006/relationships/slideLayout" Target="/ppt/slideLayouts/slideLayout14.xml" Id="rId1" /></Relationships>
</file>

<file path=ppt/slides/_rels/slide3.xml.rels>&#65279;<?xml version="1.0" encoding="utf-8"?><Relationships xmlns="http://schemas.openxmlformats.org/package/2006/relationships"><Relationship Type="http://schemas.openxmlformats.org/officeDocument/2006/relationships/image" Target="/ppt/media/image2.jpeg" Id="rId3" /><Relationship Type="http://schemas.openxmlformats.org/officeDocument/2006/relationships/notesSlide" Target="/ppt/notesSlides/notesSlide3.xml" Id="rId2" /><Relationship Type="http://schemas.openxmlformats.org/officeDocument/2006/relationships/slideLayout" Target="/ppt/slideLayouts/slideLayout13.xml" Id="rId1" /></Relationships>
</file>

<file path=ppt/slides/_rels/slide4.xml.rels>&#65279;<?xml version="1.0" encoding="utf-8"?><Relationships xmlns="http://schemas.openxmlformats.org/package/2006/relationships"><Relationship Type="http://schemas.openxmlformats.org/officeDocument/2006/relationships/image" Target="/ppt/media/image3.png" Id="rId3" /><Relationship Type="http://schemas.openxmlformats.org/officeDocument/2006/relationships/notesSlide" Target="/ppt/notesSlides/notesSlide4.xml" Id="rId2" /><Relationship Type="http://schemas.openxmlformats.org/officeDocument/2006/relationships/slideLayout" Target="/ppt/slideLayouts/slideLayout15.xml" Id="rId1" /></Relationships>
</file>

<file path=ppt/slides/_rels/slide5.xml.rels>&#65279;<?xml version="1.0" encoding="utf-8"?><Relationships xmlns="http://schemas.openxmlformats.org/package/2006/relationships"><Relationship Type="http://schemas.microsoft.com/office/2007/relationships/hdphoto" Target="/ppt/media/hdphoto2.wdp" Id="rId8" /><Relationship Type="http://schemas.openxmlformats.org/officeDocument/2006/relationships/image" Target="/ppt/media/image4.png" Id="rId3" /><Relationship Type="http://schemas.openxmlformats.org/officeDocument/2006/relationships/image" Target="/ppt/media/image8.png" Id="rId7" /><Relationship Type="http://schemas.openxmlformats.org/officeDocument/2006/relationships/notesSlide" Target="/ppt/notesSlides/notesSlide5.xml" Id="rId2" /><Relationship Type="http://schemas.openxmlformats.org/officeDocument/2006/relationships/slideLayout" Target="/ppt/slideLayouts/slideLayout16.xml" Id="rId1" /><Relationship Type="http://schemas.openxmlformats.org/officeDocument/2006/relationships/image" Target="/ppt/media/image7.png" Id="rId6" /><Relationship Type="http://schemas.openxmlformats.org/officeDocument/2006/relationships/image" Target="/ppt/media/image6.png" Id="rId5" /><Relationship Type="http://schemas.openxmlformats.org/officeDocument/2006/relationships/image" Target="/ppt/media/image10.svg" Id="rId10" /><Relationship Type="http://schemas.openxmlformats.org/officeDocument/2006/relationships/image" Target="/ppt/media/image5.png" Id="rId4" /><Relationship Type="http://schemas.openxmlformats.org/officeDocument/2006/relationships/image" Target="/ppt/media/image9.png" Id="rId9" /></Relationships>
</file>

<file path=ppt/slides/_rels/slide6.xml.rels>&#65279;<?xml version="1.0" encoding="utf-8"?><Relationships xmlns="http://schemas.openxmlformats.org/package/2006/relationships"><Relationship Type="http://schemas.openxmlformats.org/officeDocument/2006/relationships/notesSlide" Target="/ppt/notesSlides/notesSlide6.xml" Id="rId2" /><Relationship Type="http://schemas.openxmlformats.org/officeDocument/2006/relationships/slideLayout" Target="/ppt/slideLayouts/slideLayout17.xml" Id="rId1" /></Relationships>
</file>

<file path=ppt/slides/_rels/slide7.xml.rels>&#65279;<?xml version="1.0" encoding="utf-8"?><Relationships xmlns="http://schemas.openxmlformats.org/package/2006/relationships"><Relationship Type="http://schemas.openxmlformats.org/officeDocument/2006/relationships/image" Target="/ppt/media/image11.png" Id="rId3" /><Relationship Type="http://schemas.openxmlformats.org/officeDocument/2006/relationships/notesSlide" Target="/ppt/notesSlides/notesSlide7.xml" Id="rId2" /><Relationship Type="http://schemas.openxmlformats.org/officeDocument/2006/relationships/slideLayout" Target="/ppt/slideLayouts/slideLayout18.xml" Id="rId1" /></Relationships>
</file>

<file path=ppt/slides/_rels/slide8.xml.rels>&#65279;<?xml version="1.0" encoding="utf-8"?><Relationships xmlns="http://schemas.openxmlformats.org/package/2006/relationships"><Relationship Type="http://schemas.openxmlformats.org/officeDocument/2006/relationships/image" Target="/ppt/media/image12.png" Id="rId3" /><Relationship Type="http://schemas.openxmlformats.org/officeDocument/2006/relationships/notesSlide" Target="/ppt/notesSlides/notesSlide8.xml" Id="rId2" /><Relationship Type="http://schemas.openxmlformats.org/officeDocument/2006/relationships/slideLayout" Target="/ppt/slideLayouts/slideLayout19.xml" Id="rId1" /></Relationships>
</file>

<file path=ppt/slides/_rels/slide9.xml.rels>&#65279;<?xml version="1.0" encoding="utf-8"?><Relationships xmlns="http://schemas.openxmlformats.org/package/2006/relationships"><Relationship Type="http://schemas.openxmlformats.org/officeDocument/2006/relationships/image" Target="/ppt/media/image13.png" Id="rId2" /><Relationship Type="http://schemas.openxmlformats.org/officeDocument/2006/relationships/slideLayout" Target="/ppt/slideLayouts/slideLayout7.xml" Id="rId1"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661492" y="2115444"/>
            <a:ext cx="5949057" cy="590649"/>
          </a:xfrm>
          <a:prstGeom prst="rect">
            <a:avLst/>
          </a:prstGeom>
          <a:noFill/>
          <a:ln/>
        </p:spPr>
        <p:txBody>
          <a:bodyPr wrap="none" lIns="0" tIns="0" rIns="0" bIns="0" rtlCol="0" anchor="t"/>
          <a:lstStyle/>
          <a:p>
            <a:pPr>
              <a:lnSpc>
                <a:spcPts val="4625"/>
              </a:lnSpc>
            </a:pPr>
            <a:r>
              <a:rPr lang="en-US" sz="4000" dirty="0">
                <a:solidFill>
                  <a:srgbClr val="272D45"/>
                </a:solidFill>
                <a:latin typeface="Kanit Light" pitchFamily="34" charset="0"/>
                <a:ea typeface="Kanit Light" pitchFamily="34" charset="-122"/>
                <a:cs typeface="Kanit Light" pitchFamily="34" charset="-120"/>
              </a:rPr>
              <a:t>Mastering Sales and Training</a:t>
            </a:r>
            <a:endParaRPr lang="en-US" sz="4000" dirty="0"/>
          </a:p>
        </p:txBody>
      </p:sp>
      <p:sp>
        <p:nvSpPr>
          <p:cNvPr id="5" name="Shape 2"/>
          <p:cNvSpPr/>
          <p:nvPr/>
        </p:nvSpPr>
        <p:spPr>
          <a:xfrm>
            <a:off x="661492" y="4425951"/>
            <a:ext cx="302419" cy="302419"/>
          </a:xfrm>
          <a:prstGeom prst="roundRect">
            <a:avLst>
              <a:gd name="adj" fmla="val 25194296"/>
            </a:avLst>
          </a:prstGeom>
          <a:noFill/>
          <a:ln w="7620">
            <a:solidFill>
              <a:srgbClr val="FFFFFF"/>
            </a:solidFill>
            <a:prstDash val="solid"/>
          </a:ln>
        </p:spPr>
      </p:sp>
      <p:pic>
        <p:nvPicPr>
          <p:cNvPr id="1028" name="Picture 4" descr="Handshake Of Many Young Business People, Teamwork Stock Photo, Picture and  Royalty Free Image. Image 108951376.">
            <a:extLst>
              <a:ext uri="{FF2B5EF4-FFF2-40B4-BE49-F238E27FC236}">
                <a16:creationId xmlns:a16="http://schemas.microsoft.com/office/drawing/2014/main" id="{6BE42089-B18C-DA91-8A4B-AE80B754BBC7}"/>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53000"/>
                    </a14:imgEffect>
                    <a14:imgEffect>
                      <a14:brightnessContrast contrast="31000"/>
                    </a14:imgEffect>
                  </a14:imgLayer>
                </a14:imgProps>
              </a:ext>
              <a:ext uri="{28A0092B-C50C-407E-A947-70E740481C1C}">
                <a14:useLocalDpi xmlns:a14="http://schemas.microsoft.com/office/drawing/2010/main" val="0"/>
              </a:ext>
            </a:extLst>
          </a:blip>
          <a:srcRect/>
          <a:stretch>
            <a:fillRect/>
          </a:stretch>
        </p:blipFill>
        <p:spPr bwMode="auto">
          <a:xfrm>
            <a:off x="7334251" y="0"/>
            <a:ext cx="4857750" cy="68580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EE8692C5-4688-4CA5-4BC9-5726A63D6BCC}"/>
              </a:ext>
            </a:extLst>
          </p:cNvPr>
          <p:cNvSpPr txBox="1"/>
          <p:nvPr/>
        </p:nvSpPr>
        <p:spPr>
          <a:xfrm>
            <a:off x="1809750" y="2746107"/>
            <a:ext cx="6096000" cy="369332"/>
          </a:xfrm>
          <a:prstGeom prst="rect">
            <a:avLst/>
          </a:prstGeom>
          <a:noFill/>
        </p:spPr>
        <p:txBody>
          <a:bodyPr wrap="square">
            <a:spAutoFit/>
          </a:bodyPr>
          <a:lstStyle/>
          <a:p>
            <a:pPr algn="ctr"/>
            <a:r>
              <a:rPr lang="en-IN" sz="1800" dirty="0">
                <a:solidFill>
                  <a:srgbClr val="03A1A4"/>
                </a:solidFill>
                <a:latin typeface="Tw Cen MT" panose="020B0602020104020603" pitchFamily="34" charset="0"/>
              </a:rPr>
              <a:t>Enhancing Performance and Growth in Teams</a:t>
            </a:r>
            <a:endParaRPr lang="en-US" sz="1800" dirty="0">
              <a:solidFill>
                <a:srgbClr val="03A1A4"/>
              </a:solidFill>
              <a:latin typeface="Tw Cen MT" panose="020B0602020104020603"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028"/>
                                        </p:tgtEl>
                                        <p:attrNameLst>
                                          <p:attrName>style.visibility</p:attrName>
                                        </p:attrNameLst>
                                      </p:cBhvr>
                                      <p:to>
                                        <p:strVal val="visible"/>
                                      </p:to>
                                    </p:set>
                                    <p:anim calcmode="lin" valueType="num">
                                      <p:cBhvr>
                                        <p:cTn id="7" dur="500" fill="hold"/>
                                        <p:tgtEl>
                                          <p:spTgt spid="1028"/>
                                        </p:tgtEl>
                                        <p:attrNameLst>
                                          <p:attrName>ppt_w</p:attrName>
                                        </p:attrNameLst>
                                      </p:cBhvr>
                                      <p:tavLst>
                                        <p:tav tm="0">
                                          <p:val>
                                            <p:fltVal val="0"/>
                                          </p:val>
                                        </p:tav>
                                        <p:tav tm="100000">
                                          <p:val>
                                            <p:strVal val="#ppt_w"/>
                                          </p:val>
                                        </p:tav>
                                      </p:tavLst>
                                    </p:anim>
                                    <p:anim calcmode="lin" valueType="num">
                                      <p:cBhvr>
                                        <p:cTn id="8" dur="500" fill="hold"/>
                                        <p:tgtEl>
                                          <p:spTgt spid="1028"/>
                                        </p:tgtEl>
                                        <p:attrNameLst>
                                          <p:attrName>ppt_h</p:attrName>
                                        </p:attrNameLst>
                                      </p:cBhvr>
                                      <p:tavLst>
                                        <p:tav tm="0">
                                          <p:val>
                                            <p:fltVal val="0"/>
                                          </p:val>
                                        </p:tav>
                                        <p:tav tm="100000">
                                          <p:val>
                                            <p:strVal val="#ppt_h"/>
                                          </p:val>
                                        </p:tav>
                                      </p:tavLst>
                                    </p:anim>
                                    <p:animEffect transition="in" filter="fade">
                                      <p:cBhvr>
                                        <p:cTn id="9" dur="500"/>
                                        <p:tgtEl>
                                          <p:spTgt spid="1028"/>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animEffect transition="in" filter="fade">
                                      <p:cBhvr>
                                        <p:cTn id="15" dur="500"/>
                                        <p:tgtEl>
                                          <p:spTgt spid="3"/>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500" fill="hold"/>
                                        <p:tgtEl>
                                          <p:spTgt spid="11"/>
                                        </p:tgtEl>
                                        <p:attrNameLst>
                                          <p:attrName>ppt_w</p:attrName>
                                        </p:attrNameLst>
                                      </p:cBhvr>
                                      <p:tavLst>
                                        <p:tav tm="0">
                                          <p:val>
                                            <p:fltVal val="0"/>
                                          </p:val>
                                        </p:tav>
                                        <p:tav tm="100000">
                                          <p:val>
                                            <p:strVal val="#ppt_w"/>
                                          </p:val>
                                        </p:tav>
                                      </p:tavLst>
                                    </p:anim>
                                    <p:anim calcmode="lin" valueType="num">
                                      <p:cBhvr>
                                        <p:cTn id="20" dur="500" fill="hold"/>
                                        <p:tgtEl>
                                          <p:spTgt spid="11"/>
                                        </p:tgtEl>
                                        <p:attrNameLst>
                                          <p:attrName>ppt_h</p:attrName>
                                        </p:attrNameLst>
                                      </p:cBhvr>
                                      <p:tavLst>
                                        <p:tav tm="0">
                                          <p:val>
                                            <p:fltVal val="0"/>
                                          </p:val>
                                        </p:tav>
                                        <p:tav tm="100000">
                                          <p:val>
                                            <p:strVal val="#ppt_h"/>
                                          </p:val>
                                        </p:tav>
                                      </p:tavLst>
                                    </p:anim>
                                    <p:animEffect transition="in" filter="fade">
                                      <p:cBhvr>
                                        <p:cTn id="2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9A11E33-D624-2BA4-187E-D4E19E7538E8}"/>
              </a:ext>
            </a:extLst>
          </p:cNvPr>
          <p:cNvSpPr/>
          <p:nvPr/>
        </p:nvSpPr>
        <p:spPr>
          <a:xfrm>
            <a:off x="0" y="0"/>
            <a:ext cx="4792490" cy="6858000"/>
          </a:xfrm>
          <a:prstGeom prst="rect">
            <a:avLst/>
          </a:prstGeom>
          <a:gradFill flip="none" rotWithShape="1">
            <a:gsLst>
              <a:gs pos="0">
                <a:schemeClr val="accent1">
                  <a:lumMod val="40000"/>
                  <a:lumOff val="60000"/>
                </a:schemeClr>
              </a:gs>
              <a:gs pos="6000">
                <a:schemeClr val="accent1">
                  <a:lumMod val="95000"/>
                  <a:lumOff val="5000"/>
                </a:schemeClr>
              </a:gs>
              <a:gs pos="73000">
                <a:schemeClr val="accent1">
                  <a:lumMod val="60000"/>
                </a:schemeClr>
              </a:gs>
            </a:gsLst>
            <a:path path="circle">
              <a:fillToRect t="100000" r="100000"/>
            </a:path>
            <a:tileRect l="-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b="1" dirty="0">
                <a:solidFill>
                  <a:schemeClr val="bg1"/>
                </a:solidFill>
              </a:rPr>
              <a:t>Agenda</a:t>
            </a:r>
            <a:endParaRPr lang="en-IN" sz="6000" b="1" dirty="0">
              <a:solidFill>
                <a:schemeClr val="bg1"/>
              </a:solidFill>
            </a:endParaRPr>
          </a:p>
        </p:txBody>
      </p:sp>
      <p:sp>
        <p:nvSpPr>
          <p:cNvPr id="10" name="Shape 4">
            <a:extLst>
              <a:ext uri="{FF2B5EF4-FFF2-40B4-BE49-F238E27FC236}">
                <a16:creationId xmlns:a16="http://schemas.microsoft.com/office/drawing/2014/main" id="{5B101B9A-3C90-A02A-D6F4-DA5648336309}"/>
              </a:ext>
            </a:extLst>
          </p:cNvPr>
          <p:cNvSpPr/>
          <p:nvPr/>
        </p:nvSpPr>
        <p:spPr>
          <a:xfrm>
            <a:off x="5095898" y="845238"/>
            <a:ext cx="6357739" cy="788094"/>
          </a:xfrm>
          <a:prstGeom prst="roundRect">
            <a:avLst>
              <a:gd name="adj" fmla="val 7202"/>
            </a:avLst>
          </a:prstGeom>
          <a:solidFill>
            <a:srgbClr val="DFECE9"/>
          </a:solidFill>
          <a:ln w="7620">
            <a:solidFill>
              <a:srgbClr val="C5D2CF"/>
            </a:solidFill>
            <a:prstDash val="solid"/>
          </a:ln>
        </p:spPr>
        <p:txBody>
          <a:bodyPr/>
          <a:lstStyle/>
          <a:p>
            <a:pPr>
              <a:lnSpc>
                <a:spcPct val="150000"/>
              </a:lnSpc>
            </a:pPr>
            <a:r>
              <a:rPr lang="en-IN" sz="2800" b="1" dirty="0"/>
              <a:t>What is Sales?</a:t>
            </a:r>
            <a:endParaRPr lang="en-US" sz="2800" b="1" dirty="0"/>
          </a:p>
        </p:txBody>
      </p:sp>
      <p:sp>
        <p:nvSpPr>
          <p:cNvPr id="11" name="Shape 4">
            <a:extLst>
              <a:ext uri="{FF2B5EF4-FFF2-40B4-BE49-F238E27FC236}">
                <a16:creationId xmlns:a16="http://schemas.microsoft.com/office/drawing/2014/main" id="{A0A0BC7B-9D53-A7BB-016B-1469B4B790F9}"/>
              </a:ext>
            </a:extLst>
          </p:cNvPr>
          <p:cNvSpPr/>
          <p:nvPr/>
        </p:nvSpPr>
        <p:spPr>
          <a:xfrm>
            <a:off x="5095900" y="1718536"/>
            <a:ext cx="6357739" cy="788094"/>
          </a:xfrm>
          <a:prstGeom prst="roundRect">
            <a:avLst>
              <a:gd name="adj" fmla="val 7202"/>
            </a:avLst>
          </a:prstGeom>
          <a:solidFill>
            <a:srgbClr val="DFECE9"/>
          </a:solidFill>
          <a:ln w="7620">
            <a:solidFill>
              <a:srgbClr val="C5D2CF"/>
            </a:solidFill>
            <a:prstDash val="solid"/>
          </a:ln>
        </p:spPr>
        <p:txBody>
          <a:bodyPr/>
          <a:lstStyle/>
          <a:p>
            <a:pPr>
              <a:lnSpc>
                <a:spcPct val="150000"/>
              </a:lnSpc>
            </a:pPr>
            <a:r>
              <a:rPr lang="en-IN" sz="2800" b="1" dirty="0"/>
              <a:t>What is </a:t>
            </a:r>
            <a:r>
              <a:rPr lang="en-IN" sz="2800" b="1"/>
              <a:t>Training?</a:t>
            </a:r>
            <a:endParaRPr lang="en-US" sz="2800" b="1" dirty="0"/>
          </a:p>
          <a:p>
            <a:pPr>
              <a:lnSpc>
                <a:spcPct val="150000"/>
              </a:lnSpc>
            </a:pPr>
            <a:endParaRPr lang="en-IN" sz="2800" b="1" dirty="0"/>
          </a:p>
        </p:txBody>
      </p:sp>
      <p:sp>
        <p:nvSpPr>
          <p:cNvPr id="12" name="Shape 4">
            <a:extLst>
              <a:ext uri="{FF2B5EF4-FFF2-40B4-BE49-F238E27FC236}">
                <a16:creationId xmlns:a16="http://schemas.microsoft.com/office/drawing/2014/main" id="{9ED328C2-D617-5BE6-F237-E0EDD62C9D83}"/>
              </a:ext>
            </a:extLst>
          </p:cNvPr>
          <p:cNvSpPr/>
          <p:nvPr/>
        </p:nvSpPr>
        <p:spPr>
          <a:xfrm>
            <a:off x="5095900" y="2667000"/>
            <a:ext cx="6357739" cy="788094"/>
          </a:xfrm>
          <a:prstGeom prst="roundRect">
            <a:avLst>
              <a:gd name="adj" fmla="val 7202"/>
            </a:avLst>
          </a:prstGeom>
          <a:solidFill>
            <a:srgbClr val="DFECE9"/>
          </a:solidFill>
          <a:ln w="7620">
            <a:solidFill>
              <a:srgbClr val="C5D2CF"/>
            </a:solidFill>
            <a:prstDash val="solid"/>
          </a:ln>
        </p:spPr>
        <p:txBody>
          <a:bodyPr/>
          <a:lstStyle/>
          <a:p>
            <a:pPr>
              <a:lnSpc>
                <a:spcPct val="150000"/>
              </a:lnSpc>
            </a:pPr>
            <a:r>
              <a:rPr lang="en-IN" sz="2800" b="1" dirty="0"/>
              <a:t>Training Methodologies</a:t>
            </a:r>
            <a:endParaRPr lang="en-US" sz="2800" b="1" dirty="0"/>
          </a:p>
          <a:p>
            <a:pPr>
              <a:lnSpc>
                <a:spcPct val="150000"/>
              </a:lnSpc>
            </a:pPr>
            <a:endParaRPr lang="en-IN" sz="2800" b="1" dirty="0"/>
          </a:p>
        </p:txBody>
      </p:sp>
      <p:sp>
        <p:nvSpPr>
          <p:cNvPr id="13" name="Shape 4">
            <a:extLst>
              <a:ext uri="{FF2B5EF4-FFF2-40B4-BE49-F238E27FC236}">
                <a16:creationId xmlns:a16="http://schemas.microsoft.com/office/drawing/2014/main" id="{35AE23BF-1D15-42F0-28B4-CD222622A3E1}"/>
              </a:ext>
            </a:extLst>
          </p:cNvPr>
          <p:cNvSpPr/>
          <p:nvPr/>
        </p:nvSpPr>
        <p:spPr>
          <a:xfrm>
            <a:off x="5095899" y="3615464"/>
            <a:ext cx="6357739" cy="788094"/>
          </a:xfrm>
          <a:prstGeom prst="roundRect">
            <a:avLst>
              <a:gd name="adj" fmla="val 7202"/>
            </a:avLst>
          </a:prstGeom>
          <a:solidFill>
            <a:srgbClr val="DFECE9"/>
          </a:solidFill>
          <a:ln w="7620">
            <a:solidFill>
              <a:srgbClr val="C5D2CF"/>
            </a:solidFill>
            <a:prstDash val="solid"/>
          </a:ln>
        </p:spPr>
        <p:txBody>
          <a:bodyPr/>
          <a:lstStyle/>
          <a:p>
            <a:pPr>
              <a:lnSpc>
                <a:spcPct val="150000"/>
              </a:lnSpc>
            </a:pPr>
            <a:r>
              <a:rPr lang="en-IN" sz="2800" b="1"/>
              <a:t>Training Evaluation</a:t>
            </a:r>
            <a:endParaRPr lang="en-US" sz="2800" b="1" dirty="0"/>
          </a:p>
          <a:p>
            <a:pPr>
              <a:lnSpc>
                <a:spcPct val="150000"/>
              </a:lnSpc>
            </a:pPr>
            <a:endParaRPr lang="en-IN" sz="2800" b="1" dirty="0"/>
          </a:p>
        </p:txBody>
      </p:sp>
      <p:sp>
        <p:nvSpPr>
          <p:cNvPr id="14" name="Shape 4">
            <a:extLst>
              <a:ext uri="{FF2B5EF4-FFF2-40B4-BE49-F238E27FC236}">
                <a16:creationId xmlns:a16="http://schemas.microsoft.com/office/drawing/2014/main" id="{F66C5E21-939C-257F-8554-DBEF72E37682}"/>
              </a:ext>
            </a:extLst>
          </p:cNvPr>
          <p:cNvSpPr/>
          <p:nvPr/>
        </p:nvSpPr>
        <p:spPr>
          <a:xfrm>
            <a:off x="5095899" y="4553889"/>
            <a:ext cx="6357739" cy="788094"/>
          </a:xfrm>
          <a:prstGeom prst="roundRect">
            <a:avLst>
              <a:gd name="adj" fmla="val 7202"/>
            </a:avLst>
          </a:prstGeom>
          <a:solidFill>
            <a:srgbClr val="DFECE9"/>
          </a:solidFill>
          <a:ln w="7620">
            <a:solidFill>
              <a:srgbClr val="C5D2CF"/>
            </a:solidFill>
            <a:prstDash val="solid"/>
          </a:ln>
        </p:spPr>
        <p:txBody>
          <a:bodyPr/>
          <a:lstStyle/>
          <a:p>
            <a:pPr>
              <a:lnSpc>
                <a:spcPct val="150000"/>
              </a:lnSpc>
            </a:pPr>
            <a:r>
              <a:rPr lang="en-IN" sz="2800" b="1" dirty="0"/>
              <a:t>What is Coaching </a:t>
            </a:r>
            <a:r>
              <a:rPr lang="en-IN" sz="2800" b="1"/>
              <a:t>Feedback?</a:t>
            </a:r>
            <a:endParaRPr lang="en-US" sz="2800" b="1" dirty="0"/>
          </a:p>
          <a:p>
            <a:pPr>
              <a:lnSpc>
                <a:spcPct val="150000"/>
              </a:lnSpc>
            </a:pPr>
            <a:endParaRPr lang="en-IN" sz="2800" b="1" dirty="0"/>
          </a:p>
        </p:txBody>
      </p:sp>
      <p:sp>
        <p:nvSpPr>
          <p:cNvPr id="15" name="Shape 4">
            <a:extLst>
              <a:ext uri="{FF2B5EF4-FFF2-40B4-BE49-F238E27FC236}">
                <a16:creationId xmlns:a16="http://schemas.microsoft.com/office/drawing/2014/main" id="{2EB08A17-5450-2909-8314-6E8E7505DA1E}"/>
              </a:ext>
            </a:extLst>
          </p:cNvPr>
          <p:cNvSpPr/>
          <p:nvPr/>
        </p:nvSpPr>
        <p:spPr>
          <a:xfrm>
            <a:off x="5095898" y="5512392"/>
            <a:ext cx="6357739" cy="788094"/>
          </a:xfrm>
          <a:prstGeom prst="roundRect">
            <a:avLst>
              <a:gd name="adj" fmla="val 7202"/>
            </a:avLst>
          </a:prstGeom>
          <a:solidFill>
            <a:srgbClr val="DFECE9"/>
          </a:solidFill>
          <a:ln w="7620">
            <a:solidFill>
              <a:srgbClr val="C5D2CF"/>
            </a:solidFill>
            <a:prstDash val="solid"/>
          </a:ln>
        </p:spPr>
        <p:txBody>
          <a:bodyPr/>
          <a:lstStyle/>
          <a:p>
            <a:pPr>
              <a:lnSpc>
                <a:spcPct val="150000"/>
              </a:lnSpc>
            </a:pPr>
            <a:r>
              <a:rPr lang="en-IN" sz="2800" b="1" dirty="0"/>
              <a:t>Summary of Today’s Learning</a:t>
            </a:r>
            <a:endParaRPr lang="en-US" sz="2800" b="1" dirty="0"/>
          </a:p>
          <a:p>
            <a:pPr algn="ctr">
              <a:lnSpc>
                <a:spcPct val="150000"/>
              </a:lnSpc>
            </a:pPr>
            <a:endParaRPr lang="en-IN" sz="2800" b="1" dirty="0"/>
          </a:p>
        </p:txBody>
      </p:sp>
    </p:spTree>
    <p:extLst>
      <p:ext uri="{BB962C8B-B14F-4D97-AF65-F5344CB8AC3E}">
        <p14:creationId xmlns:p14="http://schemas.microsoft.com/office/powerpoint/2010/main" val="213858794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50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750" fill="hold"/>
                                        <p:tgtEl>
                                          <p:spTgt spid="8"/>
                                        </p:tgtEl>
                                        <p:attrNameLst>
                                          <p:attrName>ppt_x</p:attrName>
                                        </p:attrNameLst>
                                      </p:cBhvr>
                                      <p:tavLst>
                                        <p:tav tm="0">
                                          <p:val>
                                            <p:strVal val="0-#ppt_w/2"/>
                                          </p:val>
                                        </p:tav>
                                        <p:tav tm="100000">
                                          <p:val>
                                            <p:strVal val="#ppt_x"/>
                                          </p:val>
                                        </p:tav>
                                      </p:tavLst>
                                    </p:anim>
                                    <p:anim calcmode="lin" valueType="num">
                                      <p:cBhvr additive="base">
                                        <p:cTn id="8" dur="75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1250"/>
                            </p:stCondLst>
                            <p:childTnLst>
                              <p:par>
                                <p:cTn id="10" presetID="53" presetClass="entr" presetSubtype="16" fill="hold" grpId="0" nodeType="afterEffect">
                                  <p:stCondLst>
                                    <p:cond delay="250"/>
                                  </p:stCondLst>
                                  <p:childTnLst>
                                    <p:set>
                                      <p:cBhvr>
                                        <p:cTn id="11" dur="1" fill="hold">
                                          <p:stCondLst>
                                            <p:cond delay="0"/>
                                          </p:stCondLst>
                                        </p:cTn>
                                        <p:tgtEl>
                                          <p:spTgt spid="10"/>
                                        </p:tgtEl>
                                        <p:attrNameLst>
                                          <p:attrName>style.visibility</p:attrName>
                                        </p:attrNameLst>
                                      </p:cBhvr>
                                      <p:to>
                                        <p:strVal val="visible"/>
                                      </p:to>
                                    </p:set>
                                    <p:anim calcmode="lin" valueType="num">
                                      <p:cBhvr>
                                        <p:cTn id="12" dur="250" fill="hold"/>
                                        <p:tgtEl>
                                          <p:spTgt spid="10"/>
                                        </p:tgtEl>
                                        <p:attrNameLst>
                                          <p:attrName>ppt_w</p:attrName>
                                        </p:attrNameLst>
                                      </p:cBhvr>
                                      <p:tavLst>
                                        <p:tav tm="0">
                                          <p:val>
                                            <p:fltVal val="0"/>
                                          </p:val>
                                        </p:tav>
                                        <p:tav tm="100000">
                                          <p:val>
                                            <p:strVal val="#ppt_w"/>
                                          </p:val>
                                        </p:tav>
                                      </p:tavLst>
                                    </p:anim>
                                    <p:anim calcmode="lin" valueType="num">
                                      <p:cBhvr>
                                        <p:cTn id="13" dur="250" fill="hold"/>
                                        <p:tgtEl>
                                          <p:spTgt spid="10"/>
                                        </p:tgtEl>
                                        <p:attrNameLst>
                                          <p:attrName>ppt_h</p:attrName>
                                        </p:attrNameLst>
                                      </p:cBhvr>
                                      <p:tavLst>
                                        <p:tav tm="0">
                                          <p:val>
                                            <p:fltVal val="0"/>
                                          </p:val>
                                        </p:tav>
                                        <p:tav tm="100000">
                                          <p:val>
                                            <p:strVal val="#ppt_h"/>
                                          </p:val>
                                        </p:tav>
                                      </p:tavLst>
                                    </p:anim>
                                    <p:animEffect transition="in" filter="fade">
                                      <p:cBhvr>
                                        <p:cTn id="14" dur="250"/>
                                        <p:tgtEl>
                                          <p:spTgt spid="10"/>
                                        </p:tgtEl>
                                      </p:cBhvr>
                                    </p:animEffect>
                                  </p:childTnLst>
                                </p:cTn>
                              </p:par>
                            </p:childTnLst>
                          </p:cTn>
                        </p:par>
                        <p:par>
                          <p:cTn id="15" fill="hold">
                            <p:stCondLst>
                              <p:cond delay="1750"/>
                            </p:stCondLst>
                            <p:childTnLst>
                              <p:par>
                                <p:cTn id="16" presetID="53" presetClass="entr" presetSubtype="16" fill="hold" grpId="0" nodeType="afterEffect">
                                  <p:stCondLst>
                                    <p:cond delay="500"/>
                                  </p:stCondLst>
                                  <p:childTnLst>
                                    <p:set>
                                      <p:cBhvr>
                                        <p:cTn id="17" dur="1" fill="hold">
                                          <p:stCondLst>
                                            <p:cond delay="0"/>
                                          </p:stCondLst>
                                        </p:cTn>
                                        <p:tgtEl>
                                          <p:spTgt spid="11"/>
                                        </p:tgtEl>
                                        <p:attrNameLst>
                                          <p:attrName>style.visibility</p:attrName>
                                        </p:attrNameLst>
                                      </p:cBhvr>
                                      <p:to>
                                        <p:strVal val="visible"/>
                                      </p:to>
                                    </p:set>
                                    <p:anim calcmode="lin" valueType="num">
                                      <p:cBhvr>
                                        <p:cTn id="18" dur="250" fill="hold"/>
                                        <p:tgtEl>
                                          <p:spTgt spid="11"/>
                                        </p:tgtEl>
                                        <p:attrNameLst>
                                          <p:attrName>ppt_w</p:attrName>
                                        </p:attrNameLst>
                                      </p:cBhvr>
                                      <p:tavLst>
                                        <p:tav tm="0">
                                          <p:val>
                                            <p:fltVal val="0"/>
                                          </p:val>
                                        </p:tav>
                                        <p:tav tm="100000">
                                          <p:val>
                                            <p:strVal val="#ppt_w"/>
                                          </p:val>
                                        </p:tav>
                                      </p:tavLst>
                                    </p:anim>
                                    <p:anim calcmode="lin" valueType="num">
                                      <p:cBhvr>
                                        <p:cTn id="19" dur="250" fill="hold"/>
                                        <p:tgtEl>
                                          <p:spTgt spid="11"/>
                                        </p:tgtEl>
                                        <p:attrNameLst>
                                          <p:attrName>ppt_h</p:attrName>
                                        </p:attrNameLst>
                                      </p:cBhvr>
                                      <p:tavLst>
                                        <p:tav tm="0">
                                          <p:val>
                                            <p:fltVal val="0"/>
                                          </p:val>
                                        </p:tav>
                                        <p:tav tm="100000">
                                          <p:val>
                                            <p:strVal val="#ppt_h"/>
                                          </p:val>
                                        </p:tav>
                                      </p:tavLst>
                                    </p:anim>
                                    <p:animEffect transition="in" filter="fade">
                                      <p:cBhvr>
                                        <p:cTn id="20" dur="250"/>
                                        <p:tgtEl>
                                          <p:spTgt spid="11"/>
                                        </p:tgtEl>
                                      </p:cBhvr>
                                    </p:animEffect>
                                  </p:childTnLst>
                                </p:cTn>
                              </p:par>
                            </p:childTnLst>
                          </p:cTn>
                        </p:par>
                        <p:par>
                          <p:cTn id="21" fill="hold">
                            <p:stCondLst>
                              <p:cond delay="2500"/>
                            </p:stCondLst>
                            <p:childTnLst>
                              <p:par>
                                <p:cTn id="22" presetID="53" presetClass="entr" presetSubtype="16" fill="hold" grpId="0" nodeType="afterEffect">
                                  <p:stCondLst>
                                    <p:cond delay="750"/>
                                  </p:stCondLst>
                                  <p:childTnLst>
                                    <p:set>
                                      <p:cBhvr>
                                        <p:cTn id="23" dur="1" fill="hold">
                                          <p:stCondLst>
                                            <p:cond delay="0"/>
                                          </p:stCondLst>
                                        </p:cTn>
                                        <p:tgtEl>
                                          <p:spTgt spid="12"/>
                                        </p:tgtEl>
                                        <p:attrNameLst>
                                          <p:attrName>style.visibility</p:attrName>
                                        </p:attrNameLst>
                                      </p:cBhvr>
                                      <p:to>
                                        <p:strVal val="visible"/>
                                      </p:to>
                                    </p:set>
                                    <p:anim calcmode="lin" valueType="num">
                                      <p:cBhvr>
                                        <p:cTn id="24" dur="250" fill="hold"/>
                                        <p:tgtEl>
                                          <p:spTgt spid="12"/>
                                        </p:tgtEl>
                                        <p:attrNameLst>
                                          <p:attrName>ppt_w</p:attrName>
                                        </p:attrNameLst>
                                      </p:cBhvr>
                                      <p:tavLst>
                                        <p:tav tm="0">
                                          <p:val>
                                            <p:fltVal val="0"/>
                                          </p:val>
                                        </p:tav>
                                        <p:tav tm="100000">
                                          <p:val>
                                            <p:strVal val="#ppt_w"/>
                                          </p:val>
                                        </p:tav>
                                      </p:tavLst>
                                    </p:anim>
                                    <p:anim calcmode="lin" valueType="num">
                                      <p:cBhvr>
                                        <p:cTn id="25" dur="250" fill="hold"/>
                                        <p:tgtEl>
                                          <p:spTgt spid="12"/>
                                        </p:tgtEl>
                                        <p:attrNameLst>
                                          <p:attrName>ppt_h</p:attrName>
                                        </p:attrNameLst>
                                      </p:cBhvr>
                                      <p:tavLst>
                                        <p:tav tm="0">
                                          <p:val>
                                            <p:fltVal val="0"/>
                                          </p:val>
                                        </p:tav>
                                        <p:tav tm="100000">
                                          <p:val>
                                            <p:strVal val="#ppt_h"/>
                                          </p:val>
                                        </p:tav>
                                      </p:tavLst>
                                    </p:anim>
                                    <p:animEffect transition="in" filter="fade">
                                      <p:cBhvr>
                                        <p:cTn id="26" dur="250"/>
                                        <p:tgtEl>
                                          <p:spTgt spid="12"/>
                                        </p:tgtEl>
                                      </p:cBhvr>
                                    </p:animEffect>
                                  </p:childTnLst>
                                </p:cTn>
                              </p:par>
                            </p:childTnLst>
                          </p:cTn>
                        </p:par>
                        <p:par>
                          <p:cTn id="27" fill="hold">
                            <p:stCondLst>
                              <p:cond delay="3500"/>
                            </p:stCondLst>
                            <p:childTnLst>
                              <p:par>
                                <p:cTn id="28" presetID="53" presetClass="entr" presetSubtype="16" fill="hold" grpId="0" nodeType="afterEffect">
                                  <p:stCondLst>
                                    <p:cond delay="1000"/>
                                  </p:stCondLst>
                                  <p:childTnLst>
                                    <p:set>
                                      <p:cBhvr>
                                        <p:cTn id="29" dur="1" fill="hold">
                                          <p:stCondLst>
                                            <p:cond delay="0"/>
                                          </p:stCondLst>
                                        </p:cTn>
                                        <p:tgtEl>
                                          <p:spTgt spid="13"/>
                                        </p:tgtEl>
                                        <p:attrNameLst>
                                          <p:attrName>style.visibility</p:attrName>
                                        </p:attrNameLst>
                                      </p:cBhvr>
                                      <p:to>
                                        <p:strVal val="visible"/>
                                      </p:to>
                                    </p:set>
                                    <p:anim calcmode="lin" valueType="num">
                                      <p:cBhvr>
                                        <p:cTn id="30" dur="250" fill="hold"/>
                                        <p:tgtEl>
                                          <p:spTgt spid="13"/>
                                        </p:tgtEl>
                                        <p:attrNameLst>
                                          <p:attrName>ppt_w</p:attrName>
                                        </p:attrNameLst>
                                      </p:cBhvr>
                                      <p:tavLst>
                                        <p:tav tm="0">
                                          <p:val>
                                            <p:fltVal val="0"/>
                                          </p:val>
                                        </p:tav>
                                        <p:tav tm="100000">
                                          <p:val>
                                            <p:strVal val="#ppt_w"/>
                                          </p:val>
                                        </p:tav>
                                      </p:tavLst>
                                    </p:anim>
                                    <p:anim calcmode="lin" valueType="num">
                                      <p:cBhvr>
                                        <p:cTn id="31" dur="250" fill="hold"/>
                                        <p:tgtEl>
                                          <p:spTgt spid="13"/>
                                        </p:tgtEl>
                                        <p:attrNameLst>
                                          <p:attrName>ppt_h</p:attrName>
                                        </p:attrNameLst>
                                      </p:cBhvr>
                                      <p:tavLst>
                                        <p:tav tm="0">
                                          <p:val>
                                            <p:fltVal val="0"/>
                                          </p:val>
                                        </p:tav>
                                        <p:tav tm="100000">
                                          <p:val>
                                            <p:strVal val="#ppt_h"/>
                                          </p:val>
                                        </p:tav>
                                      </p:tavLst>
                                    </p:anim>
                                    <p:animEffect transition="in" filter="fade">
                                      <p:cBhvr>
                                        <p:cTn id="32" dur="250"/>
                                        <p:tgtEl>
                                          <p:spTgt spid="13"/>
                                        </p:tgtEl>
                                      </p:cBhvr>
                                    </p:animEffect>
                                  </p:childTnLst>
                                </p:cTn>
                              </p:par>
                            </p:childTnLst>
                          </p:cTn>
                        </p:par>
                        <p:par>
                          <p:cTn id="33" fill="hold">
                            <p:stCondLst>
                              <p:cond delay="4750"/>
                            </p:stCondLst>
                            <p:childTnLst>
                              <p:par>
                                <p:cTn id="34" presetID="53" presetClass="entr" presetSubtype="16" fill="hold" grpId="0" nodeType="afterEffect">
                                  <p:stCondLst>
                                    <p:cond delay="1250"/>
                                  </p:stCondLst>
                                  <p:childTnLst>
                                    <p:set>
                                      <p:cBhvr>
                                        <p:cTn id="35" dur="1" fill="hold">
                                          <p:stCondLst>
                                            <p:cond delay="0"/>
                                          </p:stCondLst>
                                        </p:cTn>
                                        <p:tgtEl>
                                          <p:spTgt spid="14"/>
                                        </p:tgtEl>
                                        <p:attrNameLst>
                                          <p:attrName>style.visibility</p:attrName>
                                        </p:attrNameLst>
                                      </p:cBhvr>
                                      <p:to>
                                        <p:strVal val="visible"/>
                                      </p:to>
                                    </p:set>
                                    <p:anim calcmode="lin" valueType="num">
                                      <p:cBhvr>
                                        <p:cTn id="36" dur="250" fill="hold"/>
                                        <p:tgtEl>
                                          <p:spTgt spid="14"/>
                                        </p:tgtEl>
                                        <p:attrNameLst>
                                          <p:attrName>ppt_w</p:attrName>
                                        </p:attrNameLst>
                                      </p:cBhvr>
                                      <p:tavLst>
                                        <p:tav tm="0">
                                          <p:val>
                                            <p:fltVal val="0"/>
                                          </p:val>
                                        </p:tav>
                                        <p:tav tm="100000">
                                          <p:val>
                                            <p:strVal val="#ppt_w"/>
                                          </p:val>
                                        </p:tav>
                                      </p:tavLst>
                                    </p:anim>
                                    <p:anim calcmode="lin" valueType="num">
                                      <p:cBhvr>
                                        <p:cTn id="37" dur="250" fill="hold"/>
                                        <p:tgtEl>
                                          <p:spTgt spid="14"/>
                                        </p:tgtEl>
                                        <p:attrNameLst>
                                          <p:attrName>ppt_h</p:attrName>
                                        </p:attrNameLst>
                                      </p:cBhvr>
                                      <p:tavLst>
                                        <p:tav tm="0">
                                          <p:val>
                                            <p:fltVal val="0"/>
                                          </p:val>
                                        </p:tav>
                                        <p:tav tm="100000">
                                          <p:val>
                                            <p:strVal val="#ppt_h"/>
                                          </p:val>
                                        </p:tav>
                                      </p:tavLst>
                                    </p:anim>
                                    <p:animEffect transition="in" filter="fade">
                                      <p:cBhvr>
                                        <p:cTn id="38" dur="250"/>
                                        <p:tgtEl>
                                          <p:spTgt spid="14"/>
                                        </p:tgtEl>
                                      </p:cBhvr>
                                    </p:animEffect>
                                  </p:childTnLst>
                                </p:cTn>
                              </p:par>
                            </p:childTnLst>
                          </p:cTn>
                        </p:par>
                        <p:par>
                          <p:cTn id="39" fill="hold">
                            <p:stCondLst>
                              <p:cond delay="6250"/>
                            </p:stCondLst>
                            <p:childTnLst>
                              <p:par>
                                <p:cTn id="40" presetID="53" presetClass="entr" presetSubtype="16" fill="hold" grpId="0" nodeType="afterEffect">
                                  <p:stCondLst>
                                    <p:cond delay="1750"/>
                                  </p:stCondLst>
                                  <p:childTnLst>
                                    <p:set>
                                      <p:cBhvr>
                                        <p:cTn id="41" dur="1" fill="hold">
                                          <p:stCondLst>
                                            <p:cond delay="0"/>
                                          </p:stCondLst>
                                        </p:cTn>
                                        <p:tgtEl>
                                          <p:spTgt spid="15"/>
                                        </p:tgtEl>
                                        <p:attrNameLst>
                                          <p:attrName>style.visibility</p:attrName>
                                        </p:attrNameLst>
                                      </p:cBhvr>
                                      <p:to>
                                        <p:strVal val="visible"/>
                                      </p:to>
                                    </p:set>
                                    <p:anim calcmode="lin" valueType="num">
                                      <p:cBhvr>
                                        <p:cTn id="42" dur="250" fill="hold"/>
                                        <p:tgtEl>
                                          <p:spTgt spid="15"/>
                                        </p:tgtEl>
                                        <p:attrNameLst>
                                          <p:attrName>ppt_w</p:attrName>
                                        </p:attrNameLst>
                                      </p:cBhvr>
                                      <p:tavLst>
                                        <p:tav tm="0">
                                          <p:val>
                                            <p:fltVal val="0"/>
                                          </p:val>
                                        </p:tav>
                                        <p:tav tm="100000">
                                          <p:val>
                                            <p:strVal val="#ppt_w"/>
                                          </p:val>
                                        </p:tav>
                                      </p:tavLst>
                                    </p:anim>
                                    <p:anim calcmode="lin" valueType="num">
                                      <p:cBhvr>
                                        <p:cTn id="43" dur="250" fill="hold"/>
                                        <p:tgtEl>
                                          <p:spTgt spid="15"/>
                                        </p:tgtEl>
                                        <p:attrNameLst>
                                          <p:attrName>ppt_h</p:attrName>
                                        </p:attrNameLst>
                                      </p:cBhvr>
                                      <p:tavLst>
                                        <p:tav tm="0">
                                          <p:val>
                                            <p:fltVal val="0"/>
                                          </p:val>
                                        </p:tav>
                                        <p:tav tm="100000">
                                          <p:val>
                                            <p:strVal val="#ppt_h"/>
                                          </p:val>
                                        </p:tav>
                                      </p:tavLst>
                                    </p:anim>
                                    <p:animEffect transition="in" filter="fade">
                                      <p:cBhvr>
                                        <p:cTn id="44"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3" grpId="0" animBg="1"/>
      <p:bldP spid="14" grpId="0" animBg="1"/>
      <p:bldP spid="1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631130" y="495895"/>
            <a:ext cx="4512745" cy="574936"/>
          </a:xfrm>
          <a:prstGeom prst="rect">
            <a:avLst/>
          </a:prstGeom>
          <a:noFill/>
          <a:ln/>
        </p:spPr>
        <p:txBody>
          <a:bodyPr wrap="none" lIns="0" tIns="0" rIns="0" bIns="0" rtlCol="0" anchor="t"/>
          <a:lstStyle/>
          <a:p>
            <a:pPr>
              <a:lnSpc>
                <a:spcPts val="4416"/>
              </a:lnSpc>
            </a:pPr>
            <a:r>
              <a:rPr lang="en-US" sz="3542" dirty="0">
                <a:solidFill>
                  <a:srgbClr val="272D45"/>
                </a:solidFill>
                <a:latin typeface="Kanit Light" pitchFamily="34" charset="0"/>
                <a:ea typeface="Kanit Light" pitchFamily="34" charset="-122"/>
                <a:cs typeface="Kanit Light" pitchFamily="34" charset="-120"/>
              </a:rPr>
              <a:t>What is Sales?</a:t>
            </a:r>
            <a:endParaRPr lang="en-US" sz="3542" dirty="0"/>
          </a:p>
        </p:txBody>
      </p:sp>
      <p:sp>
        <p:nvSpPr>
          <p:cNvPr id="6" name="Text 3"/>
          <p:cNvSpPr/>
          <p:nvPr/>
        </p:nvSpPr>
        <p:spPr>
          <a:xfrm>
            <a:off x="891332" y="1273515"/>
            <a:ext cx="5990113" cy="355993"/>
          </a:xfrm>
          <a:prstGeom prst="rect">
            <a:avLst/>
          </a:prstGeom>
          <a:noFill/>
          <a:ln/>
        </p:spPr>
        <p:txBody>
          <a:bodyPr wrap="square" lIns="0" tIns="0" rIns="0" bIns="0" rtlCol="0" anchor="t"/>
          <a:lstStyle/>
          <a:p>
            <a:pPr>
              <a:lnSpc>
                <a:spcPts val="2250"/>
              </a:lnSpc>
            </a:pPr>
            <a:r>
              <a:rPr lang="en-US" sz="1417" dirty="0">
                <a:solidFill>
                  <a:srgbClr val="2C3249"/>
                </a:solidFill>
                <a:latin typeface="Martel Sans" pitchFamily="34" charset="0"/>
                <a:ea typeface="Martel Sans" pitchFamily="34" charset="-122"/>
                <a:cs typeface="Martel Sans" pitchFamily="34" charset="-120"/>
              </a:rPr>
              <a:t>Sales is helping customers find products or services meeting their needs.</a:t>
            </a:r>
            <a:endParaRPr lang="en-US" sz="1417" dirty="0"/>
          </a:p>
        </p:txBody>
      </p:sp>
      <p:sp>
        <p:nvSpPr>
          <p:cNvPr id="7" name="Shape 4"/>
          <p:cNvSpPr/>
          <p:nvPr/>
        </p:nvSpPr>
        <p:spPr>
          <a:xfrm>
            <a:off x="631131" y="2702512"/>
            <a:ext cx="6357739" cy="1051719"/>
          </a:xfrm>
          <a:prstGeom prst="roundRect">
            <a:avLst>
              <a:gd name="adj" fmla="val 7202"/>
            </a:avLst>
          </a:prstGeom>
          <a:solidFill>
            <a:srgbClr val="DFECE9"/>
          </a:solidFill>
          <a:ln w="7620">
            <a:solidFill>
              <a:srgbClr val="C5D2CF"/>
            </a:solidFill>
            <a:prstDash val="solid"/>
          </a:ln>
        </p:spPr>
        <p:txBody>
          <a:bodyPr/>
          <a:lstStyle/>
          <a:p>
            <a:r>
              <a:rPr lang="en-US" sz="1800" dirty="0">
                <a:solidFill>
                  <a:srgbClr val="2C3249"/>
                </a:solidFill>
                <a:latin typeface="Kanit Light" pitchFamily="34" charset="0"/>
                <a:ea typeface="Kanit Light" pitchFamily="34" charset="-122"/>
                <a:cs typeface="Kanit Light" pitchFamily="34" charset="-120"/>
              </a:rPr>
              <a:t>B2B VS B2C</a:t>
            </a:r>
          </a:p>
          <a:p>
            <a:endParaRPr lang="en-US" sz="1050" dirty="0"/>
          </a:p>
          <a:p>
            <a:r>
              <a:rPr lang="en-US" sz="1417" b="1" dirty="0">
                <a:solidFill>
                  <a:srgbClr val="2C3249"/>
                </a:solidFill>
                <a:latin typeface="Martel Sans" pitchFamily="34" charset="0"/>
                <a:cs typeface="Martel Sans" pitchFamily="34" charset="-120"/>
              </a:rPr>
              <a:t>B2B</a:t>
            </a:r>
            <a:r>
              <a:rPr lang="en-US" sz="1417" dirty="0">
                <a:solidFill>
                  <a:srgbClr val="2C3249"/>
                </a:solidFill>
                <a:latin typeface="Martel Sans" pitchFamily="34" charset="0"/>
                <a:cs typeface="Martel Sans" pitchFamily="34" charset="-120"/>
              </a:rPr>
              <a:t> is sales between businesses. </a:t>
            </a:r>
            <a:r>
              <a:rPr lang="en-US" sz="1417" b="1" dirty="0">
                <a:solidFill>
                  <a:srgbClr val="2C3249"/>
                </a:solidFill>
                <a:latin typeface="Martel Sans" pitchFamily="34" charset="0"/>
                <a:cs typeface="Martel Sans" pitchFamily="34" charset="-120"/>
              </a:rPr>
              <a:t>B2C</a:t>
            </a:r>
            <a:r>
              <a:rPr lang="en-US" sz="1417" dirty="0">
                <a:solidFill>
                  <a:srgbClr val="2C3249"/>
                </a:solidFill>
                <a:latin typeface="Martel Sans" pitchFamily="34" charset="0"/>
                <a:cs typeface="Martel Sans" pitchFamily="34" charset="-120"/>
              </a:rPr>
              <a:t> is sales directly to consumers.</a:t>
            </a:r>
          </a:p>
          <a:p>
            <a:endParaRPr lang="en-IN" dirty="0"/>
          </a:p>
        </p:txBody>
      </p:sp>
      <p:sp>
        <p:nvSpPr>
          <p:cNvPr id="10" name="Shape 7"/>
          <p:cNvSpPr/>
          <p:nvPr/>
        </p:nvSpPr>
        <p:spPr>
          <a:xfrm>
            <a:off x="631131" y="3934512"/>
            <a:ext cx="6357739" cy="1051719"/>
          </a:xfrm>
          <a:prstGeom prst="roundRect">
            <a:avLst>
              <a:gd name="adj" fmla="val 7202"/>
            </a:avLst>
          </a:prstGeom>
          <a:solidFill>
            <a:srgbClr val="DFECE9"/>
          </a:solidFill>
          <a:ln w="7620">
            <a:solidFill>
              <a:srgbClr val="C5D2CF"/>
            </a:solidFill>
            <a:prstDash val="solid"/>
          </a:ln>
        </p:spPr>
        <p:txBody>
          <a:bodyPr/>
          <a:lstStyle/>
          <a:p>
            <a:pPr>
              <a:lnSpc>
                <a:spcPts val="2208"/>
              </a:lnSpc>
            </a:pPr>
            <a:r>
              <a:rPr lang="en-US" sz="1800" dirty="0">
                <a:solidFill>
                  <a:srgbClr val="2C3249"/>
                </a:solidFill>
                <a:latin typeface="Kanit Light" pitchFamily="34" charset="0"/>
                <a:cs typeface="Kanit Light" pitchFamily="34" charset="-120"/>
              </a:rPr>
              <a:t>Inside vs. Outside</a:t>
            </a:r>
            <a:br>
              <a:rPr lang="en-US" sz="1800" dirty="0">
                <a:solidFill>
                  <a:srgbClr val="2C3249"/>
                </a:solidFill>
                <a:latin typeface="Kanit Light" pitchFamily="34" charset="0"/>
                <a:cs typeface="Kanit Light" pitchFamily="34" charset="-120"/>
              </a:rPr>
            </a:br>
            <a:r>
              <a:rPr lang="en-US" sz="1417" b="1" dirty="0">
                <a:solidFill>
                  <a:srgbClr val="2C3249"/>
                </a:solidFill>
                <a:latin typeface="Martel Sans" pitchFamily="34" charset="0"/>
                <a:cs typeface="Martel Sans" pitchFamily="34" charset="-120"/>
              </a:rPr>
              <a:t>Inside sales </a:t>
            </a:r>
            <a:r>
              <a:rPr lang="en-US" sz="1417" dirty="0">
                <a:solidFill>
                  <a:srgbClr val="2C3249"/>
                </a:solidFill>
                <a:latin typeface="Martel Sans" pitchFamily="34" charset="0"/>
                <a:cs typeface="Martel Sans" pitchFamily="34" charset="-120"/>
              </a:rPr>
              <a:t>are remote, via phone or email. </a:t>
            </a:r>
            <a:r>
              <a:rPr lang="en-US" sz="1417" b="1" dirty="0">
                <a:solidFill>
                  <a:srgbClr val="2C3249"/>
                </a:solidFill>
                <a:latin typeface="Martel Sans" pitchFamily="34" charset="0"/>
                <a:cs typeface="Martel Sans" pitchFamily="34" charset="-120"/>
              </a:rPr>
              <a:t>Outside sales </a:t>
            </a:r>
            <a:r>
              <a:rPr lang="en-US" sz="1417" dirty="0">
                <a:solidFill>
                  <a:srgbClr val="2C3249"/>
                </a:solidFill>
                <a:latin typeface="Martel Sans" pitchFamily="34" charset="0"/>
                <a:cs typeface="Martel Sans" pitchFamily="34" charset="-120"/>
              </a:rPr>
              <a:t>are face-to-face, in person.</a:t>
            </a:r>
          </a:p>
          <a:p>
            <a:pPr>
              <a:lnSpc>
                <a:spcPts val="2208"/>
              </a:lnSpc>
            </a:pPr>
            <a:endParaRPr lang="en-US" sz="1800" dirty="0">
              <a:solidFill>
                <a:srgbClr val="2C3249"/>
              </a:solidFill>
              <a:latin typeface="Kanit Light" pitchFamily="34" charset="0"/>
              <a:cs typeface="Kanit Light" pitchFamily="34" charset="-120"/>
            </a:endParaRPr>
          </a:p>
        </p:txBody>
      </p:sp>
      <p:sp>
        <p:nvSpPr>
          <p:cNvPr id="13" name="Shape 10"/>
          <p:cNvSpPr/>
          <p:nvPr/>
        </p:nvSpPr>
        <p:spPr>
          <a:xfrm>
            <a:off x="631131" y="5166511"/>
            <a:ext cx="6357739" cy="1051719"/>
          </a:xfrm>
          <a:prstGeom prst="roundRect">
            <a:avLst>
              <a:gd name="adj" fmla="val 7202"/>
            </a:avLst>
          </a:prstGeom>
          <a:solidFill>
            <a:srgbClr val="DFECE9"/>
          </a:solidFill>
          <a:ln w="7620">
            <a:solidFill>
              <a:srgbClr val="C5D2CF"/>
            </a:solidFill>
            <a:prstDash val="solid"/>
          </a:ln>
        </p:spPr>
        <p:txBody>
          <a:bodyPr/>
          <a:lstStyle/>
          <a:p>
            <a:r>
              <a:rPr lang="en-US" sz="1800" dirty="0">
                <a:solidFill>
                  <a:srgbClr val="2C3249"/>
                </a:solidFill>
                <a:latin typeface="Kanit Light" pitchFamily="34" charset="0"/>
                <a:ea typeface="Kanit Light" pitchFamily="34" charset="-122"/>
                <a:cs typeface="Kanit Light" pitchFamily="34" charset="-120"/>
              </a:rPr>
              <a:t>Consultative</a:t>
            </a:r>
          </a:p>
          <a:p>
            <a:endParaRPr lang="en-US" sz="1000" dirty="0">
              <a:solidFill>
                <a:srgbClr val="2C3249"/>
              </a:solidFill>
              <a:latin typeface="Kanit Light" pitchFamily="34" charset="0"/>
              <a:ea typeface="Kanit Light" pitchFamily="34" charset="-122"/>
              <a:cs typeface="Kanit Light" pitchFamily="34" charset="-120"/>
            </a:endParaRPr>
          </a:p>
          <a:p>
            <a:r>
              <a:rPr lang="en-US" sz="1417" dirty="0">
                <a:solidFill>
                  <a:srgbClr val="2C3249"/>
                </a:solidFill>
                <a:latin typeface="Martel Sans" pitchFamily="34" charset="0"/>
              </a:rPr>
              <a:t>Solving customer problems with tailored solutions.</a:t>
            </a:r>
          </a:p>
          <a:p>
            <a:endParaRPr lang="en-IN" dirty="0"/>
          </a:p>
        </p:txBody>
      </p:sp>
      <p:sp>
        <p:nvSpPr>
          <p:cNvPr id="16" name="Text 2">
            <a:extLst>
              <a:ext uri="{FF2B5EF4-FFF2-40B4-BE49-F238E27FC236}">
                <a16:creationId xmlns:a16="http://schemas.microsoft.com/office/drawing/2014/main" id="{E905631B-3177-CD5B-BF71-5A554FDC85E8}"/>
              </a:ext>
            </a:extLst>
          </p:cNvPr>
          <p:cNvSpPr/>
          <p:nvPr/>
        </p:nvSpPr>
        <p:spPr>
          <a:xfrm>
            <a:off x="631130" y="2139503"/>
            <a:ext cx="2440881" cy="355993"/>
          </a:xfrm>
          <a:prstGeom prst="rect">
            <a:avLst/>
          </a:prstGeom>
          <a:noFill/>
          <a:ln/>
        </p:spPr>
        <p:txBody>
          <a:bodyPr wrap="none" lIns="0" tIns="0" rIns="0" bIns="0" rtlCol="0" anchor="t"/>
          <a:lstStyle/>
          <a:p>
            <a:pPr>
              <a:lnSpc>
                <a:spcPts val="2208"/>
              </a:lnSpc>
            </a:pPr>
            <a:r>
              <a:rPr lang="en-US" sz="1750" dirty="0">
                <a:solidFill>
                  <a:srgbClr val="2C3249"/>
                </a:solidFill>
                <a:latin typeface="Kanit Light" pitchFamily="34" charset="0"/>
                <a:ea typeface="Kanit Light" pitchFamily="34" charset="-122"/>
                <a:cs typeface="Kanit Light" pitchFamily="34" charset="-120"/>
              </a:rPr>
              <a:t>Types of Sales</a:t>
            </a:r>
            <a:endParaRPr lang="en-US" sz="1750" dirty="0"/>
          </a:p>
        </p:txBody>
      </p:sp>
      <p:pic>
        <p:nvPicPr>
          <p:cNvPr id="2050" name="Picture 2" descr="Handshake confirming business deal | Business deals, Career vision board,  Business">
            <a:extLst>
              <a:ext uri="{FF2B5EF4-FFF2-40B4-BE49-F238E27FC236}">
                <a16:creationId xmlns:a16="http://schemas.microsoft.com/office/drawing/2014/main" id="{D07F171A-C591-A4D6-15FA-E000128C0E9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389"/>
          <a:stretch/>
        </p:blipFill>
        <p:spPr bwMode="auto">
          <a:xfrm>
            <a:off x="7915275" y="0"/>
            <a:ext cx="4276725" cy="685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additive="base">
                                        <p:cTn id="7" dur="250" fill="hold"/>
                                        <p:tgtEl>
                                          <p:spTgt spid="2050"/>
                                        </p:tgtEl>
                                        <p:attrNameLst>
                                          <p:attrName>ppt_x</p:attrName>
                                        </p:attrNameLst>
                                      </p:cBhvr>
                                      <p:tavLst>
                                        <p:tav tm="0">
                                          <p:val>
                                            <p:strVal val="1+#ppt_w/2"/>
                                          </p:val>
                                        </p:tav>
                                        <p:tav tm="100000">
                                          <p:val>
                                            <p:strVal val="#ppt_x"/>
                                          </p:val>
                                        </p:tav>
                                      </p:tavLst>
                                    </p:anim>
                                    <p:anim calcmode="lin" valueType="num">
                                      <p:cBhvr additive="base">
                                        <p:cTn id="8" dur="250" fill="hold"/>
                                        <p:tgtEl>
                                          <p:spTgt spid="2050"/>
                                        </p:tgtEl>
                                        <p:attrNameLst>
                                          <p:attrName>ppt_y</p:attrName>
                                        </p:attrNameLst>
                                      </p:cBhvr>
                                      <p:tavLst>
                                        <p:tav tm="0">
                                          <p:val>
                                            <p:strVal val="#ppt_y"/>
                                          </p:val>
                                        </p:tav>
                                        <p:tav tm="100000">
                                          <p:val>
                                            <p:strVal val="#ppt_y"/>
                                          </p:val>
                                        </p:tav>
                                      </p:tavLst>
                                    </p:anim>
                                  </p:childTnLst>
                                </p:cTn>
                              </p:par>
                            </p:childTnLst>
                          </p:cTn>
                        </p:par>
                        <p:par>
                          <p:cTn id="9" fill="hold">
                            <p:stCondLst>
                              <p:cond delay="250"/>
                            </p:stCondLst>
                            <p:childTnLst>
                              <p:par>
                                <p:cTn id="10" presetID="53" presetClass="entr" presetSubtype="16"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p:stCondLst>
                                    <p:cond delay="50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childTnLst>
                          </p:cTn>
                        </p:par>
                        <p:par>
                          <p:cTn id="20" fill="hold">
                            <p:stCondLst>
                              <p:cond delay="1250"/>
                            </p:stCondLst>
                            <p:childTnLst>
                              <p:par>
                                <p:cTn id="21" presetID="53" presetClass="entr" presetSubtype="16" fill="hold" grpId="0" nodeType="afterEffect">
                                  <p:stCondLst>
                                    <p:cond delay="0"/>
                                  </p:stCondLst>
                                  <p:childTnLst>
                                    <p:set>
                                      <p:cBhvr>
                                        <p:cTn id="22" dur="1" fill="hold">
                                          <p:stCondLst>
                                            <p:cond delay="0"/>
                                          </p:stCondLst>
                                        </p:cTn>
                                        <p:tgtEl>
                                          <p:spTgt spid="16"/>
                                        </p:tgtEl>
                                        <p:attrNameLst>
                                          <p:attrName>style.visibility</p:attrName>
                                        </p:attrNameLst>
                                      </p:cBhvr>
                                      <p:to>
                                        <p:strVal val="visible"/>
                                      </p:to>
                                    </p:set>
                                    <p:anim calcmode="lin" valueType="num">
                                      <p:cBhvr>
                                        <p:cTn id="23" dur="500" fill="hold"/>
                                        <p:tgtEl>
                                          <p:spTgt spid="16"/>
                                        </p:tgtEl>
                                        <p:attrNameLst>
                                          <p:attrName>ppt_w</p:attrName>
                                        </p:attrNameLst>
                                      </p:cBhvr>
                                      <p:tavLst>
                                        <p:tav tm="0">
                                          <p:val>
                                            <p:fltVal val="0"/>
                                          </p:val>
                                        </p:tav>
                                        <p:tav tm="100000">
                                          <p:val>
                                            <p:strVal val="#ppt_w"/>
                                          </p:val>
                                        </p:tav>
                                      </p:tavLst>
                                    </p:anim>
                                    <p:anim calcmode="lin" valueType="num">
                                      <p:cBhvr>
                                        <p:cTn id="24" dur="500" fill="hold"/>
                                        <p:tgtEl>
                                          <p:spTgt spid="16"/>
                                        </p:tgtEl>
                                        <p:attrNameLst>
                                          <p:attrName>ppt_h</p:attrName>
                                        </p:attrNameLst>
                                      </p:cBhvr>
                                      <p:tavLst>
                                        <p:tav tm="0">
                                          <p:val>
                                            <p:fltVal val="0"/>
                                          </p:val>
                                        </p:tav>
                                        <p:tav tm="100000">
                                          <p:val>
                                            <p:strVal val="#ppt_h"/>
                                          </p:val>
                                        </p:tav>
                                      </p:tavLst>
                                    </p:anim>
                                    <p:animEffect transition="in" filter="fade">
                                      <p:cBhvr>
                                        <p:cTn id="25" dur="500"/>
                                        <p:tgtEl>
                                          <p:spTgt spid="16"/>
                                        </p:tgtEl>
                                      </p:cBhvr>
                                    </p:animEffect>
                                  </p:childTnLst>
                                </p:cTn>
                              </p:par>
                            </p:childTnLst>
                          </p:cTn>
                        </p:par>
                        <p:par>
                          <p:cTn id="26" fill="hold">
                            <p:stCondLst>
                              <p:cond delay="1750"/>
                            </p:stCondLst>
                            <p:childTnLst>
                              <p:par>
                                <p:cTn id="27" presetID="53" presetClass="entr" presetSubtype="16" fill="hold" grpId="0" nodeType="afterEffect">
                                  <p:stCondLst>
                                    <p:cond delay="500"/>
                                  </p:stCondLst>
                                  <p:childTnLst>
                                    <p:set>
                                      <p:cBhvr>
                                        <p:cTn id="28" dur="1" fill="hold">
                                          <p:stCondLst>
                                            <p:cond delay="0"/>
                                          </p:stCondLst>
                                        </p:cTn>
                                        <p:tgtEl>
                                          <p:spTgt spid="7"/>
                                        </p:tgtEl>
                                        <p:attrNameLst>
                                          <p:attrName>style.visibility</p:attrName>
                                        </p:attrNameLst>
                                      </p:cBhvr>
                                      <p:to>
                                        <p:strVal val="visible"/>
                                      </p:to>
                                    </p:set>
                                    <p:anim calcmode="lin" valueType="num">
                                      <p:cBhvr>
                                        <p:cTn id="29" dur="500" fill="hold"/>
                                        <p:tgtEl>
                                          <p:spTgt spid="7"/>
                                        </p:tgtEl>
                                        <p:attrNameLst>
                                          <p:attrName>ppt_w</p:attrName>
                                        </p:attrNameLst>
                                      </p:cBhvr>
                                      <p:tavLst>
                                        <p:tav tm="0">
                                          <p:val>
                                            <p:fltVal val="0"/>
                                          </p:val>
                                        </p:tav>
                                        <p:tav tm="100000">
                                          <p:val>
                                            <p:strVal val="#ppt_w"/>
                                          </p:val>
                                        </p:tav>
                                      </p:tavLst>
                                    </p:anim>
                                    <p:anim calcmode="lin" valueType="num">
                                      <p:cBhvr>
                                        <p:cTn id="30" dur="500" fill="hold"/>
                                        <p:tgtEl>
                                          <p:spTgt spid="7"/>
                                        </p:tgtEl>
                                        <p:attrNameLst>
                                          <p:attrName>ppt_h</p:attrName>
                                        </p:attrNameLst>
                                      </p:cBhvr>
                                      <p:tavLst>
                                        <p:tav tm="0">
                                          <p:val>
                                            <p:fltVal val="0"/>
                                          </p:val>
                                        </p:tav>
                                        <p:tav tm="100000">
                                          <p:val>
                                            <p:strVal val="#ppt_h"/>
                                          </p:val>
                                        </p:tav>
                                      </p:tavLst>
                                    </p:anim>
                                    <p:animEffect transition="in" filter="fade">
                                      <p:cBhvr>
                                        <p:cTn id="31" dur="500"/>
                                        <p:tgtEl>
                                          <p:spTgt spid="7"/>
                                        </p:tgtEl>
                                      </p:cBhvr>
                                    </p:animEffect>
                                  </p:childTnLst>
                                </p:cTn>
                              </p:par>
                            </p:childTnLst>
                          </p:cTn>
                        </p:par>
                        <p:par>
                          <p:cTn id="32" fill="hold">
                            <p:stCondLst>
                              <p:cond delay="2750"/>
                            </p:stCondLst>
                            <p:childTnLst>
                              <p:par>
                                <p:cTn id="33" presetID="53" presetClass="entr" presetSubtype="16" fill="hold" grpId="0" nodeType="afterEffect">
                                  <p:stCondLst>
                                    <p:cond delay="500"/>
                                  </p:stCondLst>
                                  <p:childTnLst>
                                    <p:set>
                                      <p:cBhvr>
                                        <p:cTn id="34" dur="1" fill="hold">
                                          <p:stCondLst>
                                            <p:cond delay="0"/>
                                          </p:stCondLst>
                                        </p:cTn>
                                        <p:tgtEl>
                                          <p:spTgt spid="10"/>
                                        </p:tgtEl>
                                        <p:attrNameLst>
                                          <p:attrName>style.visibility</p:attrName>
                                        </p:attrNameLst>
                                      </p:cBhvr>
                                      <p:to>
                                        <p:strVal val="visible"/>
                                      </p:to>
                                    </p:set>
                                    <p:anim calcmode="lin" valueType="num">
                                      <p:cBhvr>
                                        <p:cTn id="35" dur="500" fill="hold"/>
                                        <p:tgtEl>
                                          <p:spTgt spid="10"/>
                                        </p:tgtEl>
                                        <p:attrNameLst>
                                          <p:attrName>ppt_w</p:attrName>
                                        </p:attrNameLst>
                                      </p:cBhvr>
                                      <p:tavLst>
                                        <p:tav tm="0">
                                          <p:val>
                                            <p:fltVal val="0"/>
                                          </p:val>
                                        </p:tav>
                                        <p:tav tm="100000">
                                          <p:val>
                                            <p:strVal val="#ppt_w"/>
                                          </p:val>
                                        </p:tav>
                                      </p:tavLst>
                                    </p:anim>
                                    <p:anim calcmode="lin" valueType="num">
                                      <p:cBhvr>
                                        <p:cTn id="36" dur="500" fill="hold"/>
                                        <p:tgtEl>
                                          <p:spTgt spid="10"/>
                                        </p:tgtEl>
                                        <p:attrNameLst>
                                          <p:attrName>ppt_h</p:attrName>
                                        </p:attrNameLst>
                                      </p:cBhvr>
                                      <p:tavLst>
                                        <p:tav tm="0">
                                          <p:val>
                                            <p:fltVal val="0"/>
                                          </p:val>
                                        </p:tav>
                                        <p:tav tm="100000">
                                          <p:val>
                                            <p:strVal val="#ppt_h"/>
                                          </p:val>
                                        </p:tav>
                                      </p:tavLst>
                                    </p:anim>
                                    <p:animEffect transition="in" filter="fade">
                                      <p:cBhvr>
                                        <p:cTn id="37" dur="500"/>
                                        <p:tgtEl>
                                          <p:spTgt spid="10"/>
                                        </p:tgtEl>
                                      </p:cBhvr>
                                    </p:animEffect>
                                  </p:childTnLst>
                                </p:cTn>
                              </p:par>
                            </p:childTnLst>
                          </p:cTn>
                        </p:par>
                        <p:par>
                          <p:cTn id="38" fill="hold">
                            <p:stCondLst>
                              <p:cond delay="3750"/>
                            </p:stCondLst>
                            <p:childTnLst>
                              <p:par>
                                <p:cTn id="39" presetID="53" presetClass="entr" presetSubtype="16" fill="hold" grpId="0" nodeType="afterEffect">
                                  <p:stCondLst>
                                    <p:cond delay="750"/>
                                  </p:stCondLst>
                                  <p:childTnLst>
                                    <p:set>
                                      <p:cBhvr>
                                        <p:cTn id="40" dur="1" fill="hold">
                                          <p:stCondLst>
                                            <p:cond delay="0"/>
                                          </p:stCondLst>
                                        </p:cTn>
                                        <p:tgtEl>
                                          <p:spTgt spid="13"/>
                                        </p:tgtEl>
                                        <p:attrNameLst>
                                          <p:attrName>style.visibility</p:attrName>
                                        </p:attrNameLst>
                                      </p:cBhvr>
                                      <p:to>
                                        <p:strVal val="visible"/>
                                      </p:to>
                                    </p:set>
                                    <p:anim calcmode="lin" valueType="num">
                                      <p:cBhvr>
                                        <p:cTn id="41" dur="500" fill="hold"/>
                                        <p:tgtEl>
                                          <p:spTgt spid="13"/>
                                        </p:tgtEl>
                                        <p:attrNameLst>
                                          <p:attrName>ppt_w</p:attrName>
                                        </p:attrNameLst>
                                      </p:cBhvr>
                                      <p:tavLst>
                                        <p:tav tm="0">
                                          <p:val>
                                            <p:fltVal val="0"/>
                                          </p:val>
                                        </p:tav>
                                        <p:tav tm="100000">
                                          <p:val>
                                            <p:strVal val="#ppt_w"/>
                                          </p:val>
                                        </p:tav>
                                      </p:tavLst>
                                    </p:anim>
                                    <p:anim calcmode="lin" valueType="num">
                                      <p:cBhvr>
                                        <p:cTn id="42" dur="500" fill="hold"/>
                                        <p:tgtEl>
                                          <p:spTgt spid="13"/>
                                        </p:tgtEl>
                                        <p:attrNameLst>
                                          <p:attrName>ppt_h</p:attrName>
                                        </p:attrNameLst>
                                      </p:cBhvr>
                                      <p:tavLst>
                                        <p:tav tm="0">
                                          <p:val>
                                            <p:fltVal val="0"/>
                                          </p:val>
                                        </p:tav>
                                        <p:tav tm="100000">
                                          <p:val>
                                            <p:strVal val="#ppt_h"/>
                                          </p:val>
                                        </p:tav>
                                      </p:tavLst>
                                    </p:anim>
                                    <p:animEffect transition="in" filter="fade">
                                      <p:cBhvr>
                                        <p:cTn id="4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10" grpId="0" animBg="1"/>
      <p:bldP spid="13" grpId="0" animBg="1"/>
      <p:bldP spid="1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
            <a:ext cx="12192000" cy="2187388"/>
          </a:xfrm>
          <a:prstGeom prst="rect">
            <a:avLst/>
          </a:prstGeom>
        </p:spPr>
      </p:pic>
      <p:sp>
        <p:nvSpPr>
          <p:cNvPr id="3" name="Text 0"/>
          <p:cNvSpPr/>
          <p:nvPr/>
        </p:nvSpPr>
        <p:spPr>
          <a:xfrm>
            <a:off x="605433" y="2277059"/>
            <a:ext cx="4686498" cy="585688"/>
          </a:xfrm>
          <a:prstGeom prst="rect">
            <a:avLst/>
          </a:prstGeom>
          <a:noFill/>
          <a:ln/>
        </p:spPr>
        <p:txBody>
          <a:bodyPr wrap="none" lIns="0" tIns="0" rIns="0" bIns="0" rtlCol="0" anchor="t"/>
          <a:lstStyle/>
          <a:p>
            <a:pPr>
              <a:lnSpc>
                <a:spcPts val="4583"/>
              </a:lnSpc>
            </a:pPr>
            <a:r>
              <a:rPr lang="en-US" sz="3667" dirty="0">
                <a:solidFill>
                  <a:srgbClr val="272D45"/>
                </a:solidFill>
                <a:latin typeface="Kanit Light" pitchFamily="34" charset="0"/>
                <a:ea typeface="Kanit Light" pitchFamily="34" charset="-122"/>
                <a:cs typeface="Kanit Light" pitchFamily="34" charset="-120"/>
              </a:rPr>
              <a:t>What is Training?</a:t>
            </a:r>
            <a:endParaRPr lang="en-US" sz="3667" dirty="0"/>
          </a:p>
        </p:txBody>
      </p:sp>
      <p:sp>
        <p:nvSpPr>
          <p:cNvPr id="6" name="Text 3"/>
          <p:cNvSpPr/>
          <p:nvPr/>
        </p:nvSpPr>
        <p:spPr>
          <a:xfrm>
            <a:off x="681335" y="2904332"/>
            <a:ext cx="6486720" cy="271954"/>
          </a:xfrm>
          <a:prstGeom prst="rect">
            <a:avLst/>
          </a:prstGeom>
          <a:noFill/>
          <a:ln/>
        </p:spPr>
        <p:txBody>
          <a:bodyPr wrap="none" lIns="0" tIns="0" rIns="0" bIns="0" rtlCol="0" anchor="t"/>
          <a:lstStyle/>
          <a:p>
            <a:pPr>
              <a:lnSpc>
                <a:spcPts val="2292"/>
              </a:lnSpc>
            </a:pPr>
            <a:r>
              <a:rPr lang="en-US" dirty="0">
                <a:solidFill>
                  <a:srgbClr val="2C3249"/>
                </a:solidFill>
                <a:latin typeface="Martel Sans" pitchFamily="34" charset="0"/>
                <a:ea typeface="Martel Sans" pitchFamily="34" charset="-122"/>
              </a:rPr>
              <a:t>Training teaches employees new skills, knowledge, and behaviors</a:t>
            </a:r>
            <a:r>
              <a:rPr lang="en-US" sz="2000" dirty="0">
                <a:solidFill>
                  <a:srgbClr val="2C3249"/>
                </a:solidFill>
                <a:latin typeface="Martel Sans" pitchFamily="34" charset="0"/>
                <a:ea typeface="Martel Sans" pitchFamily="34" charset="-122"/>
                <a:cs typeface="Martel Sans" pitchFamily="34" charset="-120"/>
              </a:rPr>
              <a:t>.</a:t>
            </a:r>
            <a:endParaRPr lang="en-US" sz="2000" dirty="0"/>
          </a:p>
          <a:p>
            <a:pPr>
              <a:lnSpc>
                <a:spcPts val="2292"/>
              </a:lnSpc>
            </a:pPr>
            <a:endParaRPr lang="en-US" sz="1833" dirty="0"/>
          </a:p>
        </p:txBody>
      </p:sp>
      <p:sp>
        <p:nvSpPr>
          <p:cNvPr id="7" name="Text 4"/>
          <p:cNvSpPr/>
          <p:nvPr/>
        </p:nvSpPr>
        <p:spPr>
          <a:xfrm>
            <a:off x="656034" y="3470616"/>
            <a:ext cx="4737100" cy="341301"/>
          </a:xfrm>
          <a:prstGeom prst="rect">
            <a:avLst/>
          </a:prstGeom>
          <a:noFill/>
          <a:ln/>
        </p:spPr>
        <p:txBody>
          <a:bodyPr wrap="square" lIns="0" tIns="0" rIns="0" bIns="0" rtlCol="0" anchor="t"/>
          <a:lstStyle/>
          <a:p>
            <a:pPr>
              <a:lnSpc>
                <a:spcPts val="2333"/>
              </a:lnSpc>
            </a:pPr>
            <a:r>
              <a:rPr lang="en-IN" sz="1833" b="1" dirty="0">
                <a:solidFill>
                  <a:srgbClr val="2C3249"/>
                </a:solidFill>
                <a:latin typeface="Kanit Light" pitchFamily="34" charset="0"/>
                <a:cs typeface="Kanit Light" pitchFamily="34" charset="-120"/>
              </a:rPr>
              <a:t>Why Training is Important :</a:t>
            </a:r>
            <a:endParaRPr lang="en-US" sz="1833" b="1" dirty="0">
              <a:solidFill>
                <a:srgbClr val="2C3249"/>
              </a:solidFill>
              <a:latin typeface="Kanit Light" pitchFamily="34" charset="0"/>
              <a:cs typeface="Kanit Light" pitchFamily="34" charset="-120"/>
            </a:endParaRPr>
          </a:p>
        </p:txBody>
      </p:sp>
      <p:sp>
        <p:nvSpPr>
          <p:cNvPr id="8" name="Shape 5"/>
          <p:cNvSpPr/>
          <p:nvPr/>
        </p:nvSpPr>
        <p:spPr>
          <a:xfrm>
            <a:off x="6189762" y="3936406"/>
            <a:ext cx="421779" cy="421779"/>
          </a:xfrm>
          <a:prstGeom prst="roundRect">
            <a:avLst>
              <a:gd name="adj" fmla="val 18667"/>
            </a:avLst>
          </a:prstGeom>
          <a:solidFill>
            <a:srgbClr val="DFECE9"/>
          </a:solidFill>
          <a:ln w="7620">
            <a:solidFill>
              <a:srgbClr val="C5D2CF"/>
            </a:solidFill>
            <a:prstDash val="solid"/>
          </a:ln>
        </p:spPr>
        <p:txBody>
          <a:bodyPr/>
          <a:lstStyle/>
          <a:p>
            <a:r>
              <a:rPr lang="en-IN" sz="1500" dirty="0"/>
              <a:t> 2</a:t>
            </a:r>
          </a:p>
        </p:txBody>
      </p:sp>
      <p:sp>
        <p:nvSpPr>
          <p:cNvPr id="10" name="Text 7"/>
          <p:cNvSpPr/>
          <p:nvPr/>
        </p:nvSpPr>
        <p:spPr>
          <a:xfrm>
            <a:off x="6798966" y="3936405"/>
            <a:ext cx="2343249" cy="292893"/>
          </a:xfrm>
          <a:prstGeom prst="rect">
            <a:avLst/>
          </a:prstGeom>
          <a:noFill/>
          <a:ln/>
        </p:spPr>
        <p:txBody>
          <a:bodyPr wrap="none" lIns="0" tIns="0" rIns="0" bIns="0" rtlCol="0" anchor="t"/>
          <a:lstStyle/>
          <a:p>
            <a:pPr>
              <a:lnSpc>
                <a:spcPts val="2292"/>
              </a:lnSpc>
            </a:pPr>
            <a:r>
              <a:rPr lang="en-IN" sz="1833" dirty="0">
                <a:solidFill>
                  <a:srgbClr val="2C3249"/>
                </a:solidFill>
                <a:latin typeface="Kanit Light" pitchFamily="34" charset="0"/>
                <a:ea typeface="Kanit Light" pitchFamily="34" charset="-122"/>
              </a:rPr>
              <a:t>Employee Satisfaction</a:t>
            </a:r>
            <a:endParaRPr lang="en-US" sz="1833" dirty="0">
              <a:solidFill>
                <a:srgbClr val="2C3249"/>
              </a:solidFill>
              <a:latin typeface="Kanit Light" pitchFamily="34" charset="0"/>
              <a:ea typeface="Kanit Light" pitchFamily="34" charset="-122"/>
            </a:endParaRPr>
          </a:p>
        </p:txBody>
      </p:sp>
      <p:sp>
        <p:nvSpPr>
          <p:cNvPr id="11" name="Text 8"/>
          <p:cNvSpPr/>
          <p:nvPr/>
        </p:nvSpPr>
        <p:spPr>
          <a:xfrm>
            <a:off x="6798965" y="4341714"/>
            <a:ext cx="4924524" cy="599678"/>
          </a:xfrm>
          <a:prstGeom prst="rect">
            <a:avLst/>
          </a:prstGeom>
          <a:noFill/>
          <a:ln/>
        </p:spPr>
        <p:txBody>
          <a:bodyPr wrap="square" lIns="0" tIns="0" rIns="0" bIns="0" rtlCol="0" anchor="t"/>
          <a:lstStyle/>
          <a:p>
            <a:pPr>
              <a:lnSpc>
                <a:spcPts val="2333"/>
              </a:lnSpc>
            </a:pPr>
            <a:r>
              <a:rPr lang="en-IN" sz="1458" dirty="0">
                <a:solidFill>
                  <a:srgbClr val="2C3249"/>
                </a:solidFill>
                <a:latin typeface="Martel Sans" pitchFamily="34" charset="0"/>
                <a:ea typeface="Martel Sans" pitchFamily="34" charset="-122"/>
              </a:rPr>
              <a:t>Provides growth opportunities, leading to higher job satisfaction.</a:t>
            </a:r>
            <a:endParaRPr lang="en-US" sz="1458" dirty="0"/>
          </a:p>
        </p:txBody>
      </p:sp>
      <p:sp>
        <p:nvSpPr>
          <p:cNvPr id="12" name="Shape 9"/>
          <p:cNvSpPr/>
          <p:nvPr/>
        </p:nvSpPr>
        <p:spPr>
          <a:xfrm>
            <a:off x="655936" y="5282403"/>
            <a:ext cx="421779" cy="421779"/>
          </a:xfrm>
          <a:prstGeom prst="roundRect">
            <a:avLst>
              <a:gd name="adj" fmla="val 18667"/>
            </a:avLst>
          </a:prstGeom>
          <a:solidFill>
            <a:srgbClr val="DFECE9"/>
          </a:solidFill>
          <a:ln w="7620">
            <a:solidFill>
              <a:srgbClr val="C5D2CF"/>
            </a:solidFill>
            <a:prstDash val="solid"/>
          </a:ln>
        </p:spPr>
        <p:txBody>
          <a:bodyPr/>
          <a:lstStyle/>
          <a:p>
            <a:r>
              <a:rPr lang="en-IN" sz="1500" dirty="0"/>
              <a:t> 3</a:t>
            </a:r>
          </a:p>
        </p:txBody>
      </p:sp>
      <p:sp>
        <p:nvSpPr>
          <p:cNvPr id="14" name="Text 11"/>
          <p:cNvSpPr/>
          <p:nvPr/>
        </p:nvSpPr>
        <p:spPr>
          <a:xfrm>
            <a:off x="1265139" y="5282403"/>
            <a:ext cx="2343249" cy="292893"/>
          </a:xfrm>
          <a:prstGeom prst="rect">
            <a:avLst/>
          </a:prstGeom>
          <a:noFill/>
          <a:ln/>
        </p:spPr>
        <p:txBody>
          <a:bodyPr wrap="none" lIns="0" tIns="0" rIns="0" bIns="0" rtlCol="0" anchor="t"/>
          <a:lstStyle/>
          <a:p>
            <a:pPr>
              <a:lnSpc>
                <a:spcPts val="2292"/>
              </a:lnSpc>
            </a:pPr>
            <a:r>
              <a:rPr lang="en-US" sz="1833" dirty="0">
                <a:solidFill>
                  <a:srgbClr val="2C3249"/>
                </a:solidFill>
                <a:latin typeface="Kanit Light" pitchFamily="34" charset="0"/>
                <a:ea typeface="Kanit Light" pitchFamily="34" charset="-122"/>
                <a:cs typeface="Kanit Light" pitchFamily="34" charset="-120"/>
              </a:rPr>
              <a:t>Boosts Performance</a:t>
            </a:r>
            <a:endParaRPr lang="en-US" sz="1833" dirty="0"/>
          </a:p>
        </p:txBody>
      </p:sp>
      <p:sp>
        <p:nvSpPr>
          <p:cNvPr id="15" name="Text 12"/>
          <p:cNvSpPr/>
          <p:nvPr/>
        </p:nvSpPr>
        <p:spPr>
          <a:xfrm>
            <a:off x="1265138" y="5687711"/>
            <a:ext cx="4737100" cy="599678"/>
          </a:xfrm>
          <a:prstGeom prst="rect">
            <a:avLst/>
          </a:prstGeom>
          <a:noFill/>
          <a:ln/>
        </p:spPr>
        <p:txBody>
          <a:bodyPr wrap="square" lIns="0" tIns="0" rIns="0" bIns="0" rtlCol="0" anchor="t"/>
          <a:lstStyle/>
          <a:p>
            <a:pPr>
              <a:lnSpc>
                <a:spcPts val="2333"/>
              </a:lnSpc>
            </a:pPr>
            <a:r>
              <a:rPr lang="en-US" sz="1458" dirty="0">
                <a:solidFill>
                  <a:srgbClr val="2C3249"/>
                </a:solidFill>
                <a:latin typeface="Martel Sans" pitchFamily="34" charset="0"/>
                <a:ea typeface="Martel Sans" pitchFamily="34" charset="-122"/>
                <a:cs typeface="Martel Sans" pitchFamily="34" charset="-120"/>
              </a:rPr>
              <a:t>Helps employees become efficient and productive at work.</a:t>
            </a:r>
            <a:endParaRPr lang="en-US" sz="1458" dirty="0"/>
          </a:p>
        </p:txBody>
      </p:sp>
      <p:sp>
        <p:nvSpPr>
          <p:cNvPr id="16" name="Shape 13"/>
          <p:cNvSpPr/>
          <p:nvPr/>
        </p:nvSpPr>
        <p:spPr>
          <a:xfrm>
            <a:off x="6189762" y="5339656"/>
            <a:ext cx="421779" cy="421779"/>
          </a:xfrm>
          <a:prstGeom prst="roundRect">
            <a:avLst>
              <a:gd name="adj" fmla="val 18667"/>
            </a:avLst>
          </a:prstGeom>
          <a:solidFill>
            <a:srgbClr val="DFECE9"/>
          </a:solidFill>
          <a:ln w="7620">
            <a:solidFill>
              <a:srgbClr val="C5D2CF"/>
            </a:solidFill>
            <a:prstDash val="solid"/>
          </a:ln>
        </p:spPr>
        <p:txBody>
          <a:bodyPr/>
          <a:lstStyle/>
          <a:p>
            <a:r>
              <a:rPr lang="en-IN" sz="1500" dirty="0"/>
              <a:t> 4</a:t>
            </a:r>
          </a:p>
        </p:txBody>
      </p:sp>
      <p:sp>
        <p:nvSpPr>
          <p:cNvPr id="18" name="Text 15"/>
          <p:cNvSpPr/>
          <p:nvPr/>
        </p:nvSpPr>
        <p:spPr>
          <a:xfrm>
            <a:off x="6798966" y="5339656"/>
            <a:ext cx="2343249" cy="292893"/>
          </a:xfrm>
          <a:prstGeom prst="rect">
            <a:avLst/>
          </a:prstGeom>
          <a:noFill/>
          <a:ln/>
        </p:spPr>
        <p:txBody>
          <a:bodyPr wrap="none" lIns="0" tIns="0" rIns="0" bIns="0" rtlCol="0" anchor="t"/>
          <a:lstStyle/>
          <a:p>
            <a:pPr>
              <a:lnSpc>
                <a:spcPts val="2292"/>
              </a:lnSpc>
            </a:pPr>
            <a:r>
              <a:rPr lang="en-US" sz="1833" dirty="0">
                <a:solidFill>
                  <a:srgbClr val="2C3249"/>
                </a:solidFill>
                <a:latin typeface="Kanit Light" pitchFamily="34" charset="0"/>
                <a:ea typeface="Kanit Light" pitchFamily="34" charset="-122"/>
                <a:cs typeface="Kanit Light" pitchFamily="34" charset="-120"/>
              </a:rPr>
              <a:t>Company Success</a:t>
            </a:r>
            <a:endParaRPr lang="en-US" sz="1833" dirty="0"/>
          </a:p>
        </p:txBody>
      </p:sp>
      <p:sp>
        <p:nvSpPr>
          <p:cNvPr id="19" name="Text 16"/>
          <p:cNvSpPr/>
          <p:nvPr/>
        </p:nvSpPr>
        <p:spPr>
          <a:xfrm>
            <a:off x="6798965" y="5744965"/>
            <a:ext cx="4737100" cy="299839"/>
          </a:xfrm>
          <a:prstGeom prst="rect">
            <a:avLst/>
          </a:prstGeom>
          <a:noFill/>
          <a:ln/>
        </p:spPr>
        <p:txBody>
          <a:bodyPr wrap="none" lIns="0" tIns="0" rIns="0" bIns="0" rtlCol="0" anchor="t"/>
          <a:lstStyle/>
          <a:p>
            <a:pPr>
              <a:lnSpc>
                <a:spcPts val="2333"/>
              </a:lnSpc>
            </a:pPr>
            <a:r>
              <a:rPr lang="en-US" sz="1458" dirty="0">
                <a:solidFill>
                  <a:srgbClr val="2C3249"/>
                </a:solidFill>
                <a:latin typeface="Martel Sans" pitchFamily="34" charset="0"/>
                <a:ea typeface="Martel Sans" pitchFamily="34" charset="-122"/>
                <a:cs typeface="Martel Sans" pitchFamily="34" charset="-120"/>
              </a:rPr>
              <a:t>Well-trained employees improve work quality.</a:t>
            </a:r>
            <a:endParaRPr lang="en-US" sz="1458" dirty="0"/>
          </a:p>
        </p:txBody>
      </p:sp>
      <p:sp>
        <p:nvSpPr>
          <p:cNvPr id="23" name="Shape 5">
            <a:extLst>
              <a:ext uri="{FF2B5EF4-FFF2-40B4-BE49-F238E27FC236}">
                <a16:creationId xmlns:a16="http://schemas.microsoft.com/office/drawing/2014/main" id="{1D13E00F-8635-30A0-AB81-BE013F5D4E6E}"/>
              </a:ext>
            </a:extLst>
          </p:cNvPr>
          <p:cNvSpPr/>
          <p:nvPr/>
        </p:nvSpPr>
        <p:spPr>
          <a:xfrm>
            <a:off x="656035" y="3922606"/>
            <a:ext cx="421779" cy="421779"/>
          </a:xfrm>
          <a:prstGeom prst="roundRect">
            <a:avLst>
              <a:gd name="adj" fmla="val 18667"/>
            </a:avLst>
          </a:prstGeom>
          <a:solidFill>
            <a:srgbClr val="DFECE9"/>
          </a:solidFill>
          <a:ln w="7620">
            <a:solidFill>
              <a:srgbClr val="C5D2CF"/>
            </a:solidFill>
            <a:prstDash val="solid"/>
          </a:ln>
        </p:spPr>
        <p:txBody>
          <a:bodyPr/>
          <a:lstStyle/>
          <a:p>
            <a:r>
              <a:rPr lang="en-IN" sz="1500" dirty="0"/>
              <a:t> 1</a:t>
            </a:r>
          </a:p>
        </p:txBody>
      </p:sp>
      <p:sp>
        <p:nvSpPr>
          <p:cNvPr id="24" name="Text 7">
            <a:extLst>
              <a:ext uri="{FF2B5EF4-FFF2-40B4-BE49-F238E27FC236}">
                <a16:creationId xmlns:a16="http://schemas.microsoft.com/office/drawing/2014/main" id="{00D64621-E9B9-6F1D-9252-2942C668AC3F}"/>
              </a:ext>
            </a:extLst>
          </p:cNvPr>
          <p:cNvSpPr/>
          <p:nvPr/>
        </p:nvSpPr>
        <p:spPr>
          <a:xfrm>
            <a:off x="1265238" y="3922606"/>
            <a:ext cx="2343249" cy="292893"/>
          </a:xfrm>
          <a:prstGeom prst="rect">
            <a:avLst/>
          </a:prstGeom>
          <a:noFill/>
          <a:ln/>
        </p:spPr>
        <p:txBody>
          <a:bodyPr wrap="none" lIns="0" tIns="0" rIns="0" bIns="0" rtlCol="0" anchor="t"/>
          <a:lstStyle/>
          <a:p>
            <a:pPr>
              <a:lnSpc>
                <a:spcPts val="2292"/>
              </a:lnSpc>
            </a:pPr>
            <a:r>
              <a:rPr lang="en-US" sz="1833" dirty="0">
                <a:solidFill>
                  <a:srgbClr val="2C3249"/>
                </a:solidFill>
                <a:latin typeface="Kanit Light" pitchFamily="34" charset="0"/>
                <a:ea typeface="Kanit Light" pitchFamily="34" charset="-122"/>
                <a:cs typeface="Kanit Light" pitchFamily="34" charset="-120"/>
              </a:rPr>
              <a:t>Skills and Knowledge</a:t>
            </a:r>
            <a:endParaRPr lang="en-US" sz="1833" dirty="0"/>
          </a:p>
        </p:txBody>
      </p:sp>
      <p:sp>
        <p:nvSpPr>
          <p:cNvPr id="25" name="Text 8">
            <a:extLst>
              <a:ext uri="{FF2B5EF4-FFF2-40B4-BE49-F238E27FC236}">
                <a16:creationId xmlns:a16="http://schemas.microsoft.com/office/drawing/2014/main" id="{85A22F41-1FB8-3DA9-9704-6E1B1BC32C6C}"/>
              </a:ext>
            </a:extLst>
          </p:cNvPr>
          <p:cNvSpPr/>
          <p:nvPr/>
        </p:nvSpPr>
        <p:spPr>
          <a:xfrm>
            <a:off x="1265238" y="4327914"/>
            <a:ext cx="4830762" cy="599678"/>
          </a:xfrm>
          <a:prstGeom prst="rect">
            <a:avLst/>
          </a:prstGeom>
          <a:noFill/>
          <a:ln/>
        </p:spPr>
        <p:txBody>
          <a:bodyPr wrap="square" lIns="0" tIns="0" rIns="0" bIns="0" rtlCol="0" anchor="t"/>
          <a:lstStyle/>
          <a:p>
            <a:pPr>
              <a:lnSpc>
                <a:spcPts val="2333"/>
              </a:lnSpc>
            </a:pPr>
            <a:r>
              <a:rPr lang="en-US" sz="1458" dirty="0">
                <a:solidFill>
                  <a:srgbClr val="2C3249"/>
                </a:solidFill>
                <a:latin typeface="Martel Sans" pitchFamily="34" charset="0"/>
                <a:ea typeface="Martel Sans" pitchFamily="34" charset="-122"/>
                <a:cs typeface="Martel Sans" pitchFamily="34" charset="-120"/>
              </a:rPr>
              <a:t>Ensuring employees have the necessary skills for their roles.</a:t>
            </a:r>
            <a:endParaRPr lang="en-US" sz="1458"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2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par>
                          <p:cTn id="9" fill="hold">
                            <p:stCondLst>
                              <p:cond delay="750"/>
                            </p:stCondLst>
                            <p:childTnLst>
                              <p:par>
                                <p:cTn id="10" presetID="53" presetClass="entr" presetSubtype="16" fill="hold" grpId="0" nodeType="afterEffect">
                                  <p:stCondLst>
                                    <p:cond delay="25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par>
                          <p:cTn id="15" fill="hold">
                            <p:stCondLst>
                              <p:cond delay="1500"/>
                            </p:stCondLst>
                            <p:childTnLst>
                              <p:par>
                                <p:cTn id="16" presetID="53" presetClass="entr" presetSubtype="16" fill="hold" grpId="0" nodeType="afterEffect">
                                  <p:stCondLst>
                                    <p:cond delay="250"/>
                                  </p:stCondLst>
                                  <p:childTnLst>
                                    <p:set>
                                      <p:cBhvr>
                                        <p:cTn id="17" dur="1" fill="hold">
                                          <p:stCondLst>
                                            <p:cond delay="0"/>
                                          </p:stCondLst>
                                        </p:cTn>
                                        <p:tgtEl>
                                          <p:spTgt spid="6"/>
                                        </p:tgtEl>
                                        <p:attrNameLst>
                                          <p:attrName>style.visibility</p:attrName>
                                        </p:attrNameLst>
                                      </p:cBhvr>
                                      <p:to>
                                        <p:strVal val="visible"/>
                                      </p:to>
                                    </p:set>
                                    <p:anim calcmode="lin" valueType="num">
                                      <p:cBhvr>
                                        <p:cTn id="18" dur="500" fill="hold"/>
                                        <p:tgtEl>
                                          <p:spTgt spid="6"/>
                                        </p:tgtEl>
                                        <p:attrNameLst>
                                          <p:attrName>ppt_w</p:attrName>
                                        </p:attrNameLst>
                                      </p:cBhvr>
                                      <p:tavLst>
                                        <p:tav tm="0">
                                          <p:val>
                                            <p:fltVal val="0"/>
                                          </p:val>
                                        </p:tav>
                                        <p:tav tm="100000">
                                          <p:val>
                                            <p:strVal val="#ppt_w"/>
                                          </p:val>
                                        </p:tav>
                                      </p:tavLst>
                                    </p:anim>
                                    <p:anim calcmode="lin" valueType="num">
                                      <p:cBhvr>
                                        <p:cTn id="19" dur="500" fill="hold"/>
                                        <p:tgtEl>
                                          <p:spTgt spid="6"/>
                                        </p:tgtEl>
                                        <p:attrNameLst>
                                          <p:attrName>ppt_h</p:attrName>
                                        </p:attrNameLst>
                                      </p:cBhvr>
                                      <p:tavLst>
                                        <p:tav tm="0">
                                          <p:val>
                                            <p:fltVal val="0"/>
                                          </p:val>
                                        </p:tav>
                                        <p:tav tm="100000">
                                          <p:val>
                                            <p:strVal val="#ppt_h"/>
                                          </p:val>
                                        </p:tav>
                                      </p:tavLst>
                                    </p:anim>
                                    <p:animEffect transition="in" filter="fade">
                                      <p:cBhvr>
                                        <p:cTn id="20" dur="500"/>
                                        <p:tgtEl>
                                          <p:spTgt spid="6"/>
                                        </p:tgtEl>
                                      </p:cBhvr>
                                    </p:animEffect>
                                  </p:childTnLst>
                                </p:cTn>
                              </p:par>
                            </p:childTnLst>
                          </p:cTn>
                        </p:par>
                        <p:par>
                          <p:cTn id="21" fill="hold">
                            <p:stCondLst>
                              <p:cond delay="2250"/>
                            </p:stCondLst>
                            <p:childTnLst>
                              <p:par>
                                <p:cTn id="22" presetID="53" presetClass="entr" presetSubtype="16" fill="hold" grpId="0" nodeType="afterEffect">
                                  <p:stCondLst>
                                    <p:cond delay="500"/>
                                  </p:stCondLst>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ppt_w</p:attrName>
                                        </p:attrNameLst>
                                      </p:cBhvr>
                                      <p:tavLst>
                                        <p:tav tm="0">
                                          <p:val>
                                            <p:fltVal val="0"/>
                                          </p:val>
                                        </p:tav>
                                        <p:tav tm="100000">
                                          <p:val>
                                            <p:strVal val="#ppt_w"/>
                                          </p:val>
                                        </p:tav>
                                      </p:tavLst>
                                    </p:anim>
                                    <p:anim calcmode="lin" valueType="num">
                                      <p:cBhvr>
                                        <p:cTn id="25" dur="500" fill="hold"/>
                                        <p:tgtEl>
                                          <p:spTgt spid="7"/>
                                        </p:tgtEl>
                                        <p:attrNameLst>
                                          <p:attrName>ppt_h</p:attrName>
                                        </p:attrNameLst>
                                      </p:cBhvr>
                                      <p:tavLst>
                                        <p:tav tm="0">
                                          <p:val>
                                            <p:fltVal val="0"/>
                                          </p:val>
                                        </p:tav>
                                        <p:tav tm="100000">
                                          <p:val>
                                            <p:strVal val="#ppt_h"/>
                                          </p:val>
                                        </p:tav>
                                      </p:tavLst>
                                    </p:anim>
                                    <p:animEffect transition="in" filter="fade">
                                      <p:cBhvr>
                                        <p:cTn id="26" dur="500"/>
                                        <p:tgtEl>
                                          <p:spTgt spid="7"/>
                                        </p:tgtEl>
                                      </p:cBhvr>
                                    </p:animEffect>
                                  </p:childTnLst>
                                </p:cTn>
                              </p:par>
                            </p:childTnLst>
                          </p:cTn>
                        </p:par>
                        <p:par>
                          <p:cTn id="27" fill="hold">
                            <p:stCondLst>
                              <p:cond delay="3250"/>
                            </p:stCondLst>
                            <p:childTnLst>
                              <p:par>
                                <p:cTn id="28" presetID="53" presetClass="entr" presetSubtype="16" fill="hold" grpId="0" nodeType="afterEffect">
                                  <p:stCondLst>
                                    <p:cond delay="250"/>
                                  </p:stCondLst>
                                  <p:childTnLst>
                                    <p:set>
                                      <p:cBhvr>
                                        <p:cTn id="29" dur="1" fill="hold">
                                          <p:stCondLst>
                                            <p:cond delay="0"/>
                                          </p:stCondLst>
                                        </p:cTn>
                                        <p:tgtEl>
                                          <p:spTgt spid="23"/>
                                        </p:tgtEl>
                                        <p:attrNameLst>
                                          <p:attrName>style.visibility</p:attrName>
                                        </p:attrNameLst>
                                      </p:cBhvr>
                                      <p:to>
                                        <p:strVal val="visible"/>
                                      </p:to>
                                    </p:set>
                                    <p:anim calcmode="lin" valueType="num">
                                      <p:cBhvr>
                                        <p:cTn id="30" dur="500" fill="hold"/>
                                        <p:tgtEl>
                                          <p:spTgt spid="23"/>
                                        </p:tgtEl>
                                        <p:attrNameLst>
                                          <p:attrName>ppt_w</p:attrName>
                                        </p:attrNameLst>
                                      </p:cBhvr>
                                      <p:tavLst>
                                        <p:tav tm="0">
                                          <p:val>
                                            <p:fltVal val="0"/>
                                          </p:val>
                                        </p:tav>
                                        <p:tav tm="100000">
                                          <p:val>
                                            <p:strVal val="#ppt_w"/>
                                          </p:val>
                                        </p:tav>
                                      </p:tavLst>
                                    </p:anim>
                                    <p:anim calcmode="lin" valueType="num">
                                      <p:cBhvr>
                                        <p:cTn id="31" dur="500" fill="hold"/>
                                        <p:tgtEl>
                                          <p:spTgt spid="23"/>
                                        </p:tgtEl>
                                        <p:attrNameLst>
                                          <p:attrName>ppt_h</p:attrName>
                                        </p:attrNameLst>
                                      </p:cBhvr>
                                      <p:tavLst>
                                        <p:tav tm="0">
                                          <p:val>
                                            <p:fltVal val="0"/>
                                          </p:val>
                                        </p:tav>
                                        <p:tav tm="100000">
                                          <p:val>
                                            <p:strVal val="#ppt_h"/>
                                          </p:val>
                                        </p:tav>
                                      </p:tavLst>
                                    </p:anim>
                                    <p:animEffect transition="in" filter="fade">
                                      <p:cBhvr>
                                        <p:cTn id="32" dur="500"/>
                                        <p:tgtEl>
                                          <p:spTgt spid="23"/>
                                        </p:tgtEl>
                                      </p:cBhvr>
                                    </p:animEffect>
                                  </p:childTnLst>
                                </p:cTn>
                              </p:par>
                            </p:childTnLst>
                          </p:cTn>
                        </p:par>
                        <p:par>
                          <p:cTn id="33" fill="hold">
                            <p:stCondLst>
                              <p:cond delay="4000"/>
                            </p:stCondLst>
                            <p:childTnLst>
                              <p:par>
                                <p:cTn id="34" presetID="53" presetClass="entr" presetSubtype="16" fill="hold" grpId="0" nodeType="afterEffect">
                                  <p:stCondLst>
                                    <p:cond delay="250"/>
                                  </p:stCondLst>
                                  <p:childTnLst>
                                    <p:set>
                                      <p:cBhvr>
                                        <p:cTn id="35" dur="1" fill="hold">
                                          <p:stCondLst>
                                            <p:cond delay="0"/>
                                          </p:stCondLst>
                                        </p:cTn>
                                        <p:tgtEl>
                                          <p:spTgt spid="24"/>
                                        </p:tgtEl>
                                        <p:attrNameLst>
                                          <p:attrName>style.visibility</p:attrName>
                                        </p:attrNameLst>
                                      </p:cBhvr>
                                      <p:to>
                                        <p:strVal val="visible"/>
                                      </p:to>
                                    </p:set>
                                    <p:anim calcmode="lin" valueType="num">
                                      <p:cBhvr>
                                        <p:cTn id="36" dur="500" fill="hold"/>
                                        <p:tgtEl>
                                          <p:spTgt spid="24"/>
                                        </p:tgtEl>
                                        <p:attrNameLst>
                                          <p:attrName>ppt_w</p:attrName>
                                        </p:attrNameLst>
                                      </p:cBhvr>
                                      <p:tavLst>
                                        <p:tav tm="0">
                                          <p:val>
                                            <p:fltVal val="0"/>
                                          </p:val>
                                        </p:tav>
                                        <p:tav tm="100000">
                                          <p:val>
                                            <p:strVal val="#ppt_w"/>
                                          </p:val>
                                        </p:tav>
                                      </p:tavLst>
                                    </p:anim>
                                    <p:anim calcmode="lin" valueType="num">
                                      <p:cBhvr>
                                        <p:cTn id="37" dur="500" fill="hold"/>
                                        <p:tgtEl>
                                          <p:spTgt spid="24"/>
                                        </p:tgtEl>
                                        <p:attrNameLst>
                                          <p:attrName>ppt_h</p:attrName>
                                        </p:attrNameLst>
                                      </p:cBhvr>
                                      <p:tavLst>
                                        <p:tav tm="0">
                                          <p:val>
                                            <p:fltVal val="0"/>
                                          </p:val>
                                        </p:tav>
                                        <p:tav tm="100000">
                                          <p:val>
                                            <p:strVal val="#ppt_h"/>
                                          </p:val>
                                        </p:tav>
                                      </p:tavLst>
                                    </p:anim>
                                    <p:animEffect transition="in" filter="fade">
                                      <p:cBhvr>
                                        <p:cTn id="38" dur="500"/>
                                        <p:tgtEl>
                                          <p:spTgt spid="24"/>
                                        </p:tgtEl>
                                      </p:cBhvr>
                                    </p:animEffect>
                                  </p:childTnLst>
                                </p:cTn>
                              </p:par>
                            </p:childTnLst>
                          </p:cTn>
                        </p:par>
                        <p:par>
                          <p:cTn id="39" fill="hold">
                            <p:stCondLst>
                              <p:cond delay="4750"/>
                            </p:stCondLst>
                            <p:childTnLst>
                              <p:par>
                                <p:cTn id="40" presetID="53" presetClass="entr" presetSubtype="16" fill="hold" grpId="0" nodeType="afterEffect">
                                  <p:stCondLst>
                                    <p:cond delay="250"/>
                                  </p:stCondLst>
                                  <p:childTnLst>
                                    <p:set>
                                      <p:cBhvr>
                                        <p:cTn id="41" dur="1" fill="hold">
                                          <p:stCondLst>
                                            <p:cond delay="0"/>
                                          </p:stCondLst>
                                        </p:cTn>
                                        <p:tgtEl>
                                          <p:spTgt spid="25"/>
                                        </p:tgtEl>
                                        <p:attrNameLst>
                                          <p:attrName>style.visibility</p:attrName>
                                        </p:attrNameLst>
                                      </p:cBhvr>
                                      <p:to>
                                        <p:strVal val="visible"/>
                                      </p:to>
                                    </p:set>
                                    <p:anim calcmode="lin" valueType="num">
                                      <p:cBhvr>
                                        <p:cTn id="42" dur="500" fill="hold"/>
                                        <p:tgtEl>
                                          <p:spTgt spid="25"/>
                                        </p:tgtEl>
                                        <p:attrNameLst>
                                          <p:attrName>ppt_w</p:attrName>
                                        </p:attrNameLst>
                                      </p:cBhvr>
                                      <p:tavLst>
                                        <p:tav tm="0">
                                          <p:val>
                                            <p:fltVal val="0"/>
                                          </p:val>
                                        </p:tav>
                                        <p:tav tm="100000">
                                          <p:val>
                                            <p:strVal val="#ppt_w"/>
                                          </p:val>
                                        </p:tav>
                                      </p:tavLst>
                                    </p:anim>
                                    <p:anim calcmode="lin" valueType="num">
                                      <p:cBhvr>
                                        <p:cTn id="43" dur="500" fill="hold"/>
                                        <p:tgtEl>
                                          <p:spTgt spid="25"/>
                                        </p:tgtEl>
                                        <p:attrNameLst>
                                          <p:attrName>ppt_h</p:attrName>
                                        </p:attrNameLst>
                                      </p:cBhvr>
                                      <p:tavLst>
                                        <p:tav tm="0">
                                          <p:val>
                                            <p:fltVal val="0"/>
                                          </p:val>
                                        </p:tav>
                                        <p:tav tm="100000">
                                          <p:val>
                                            <p:strVal val="#ppt_h"/>
                                          </p:val>
                                        </p:tav>
                                      </p:tavLst>
                                    </p:anim>
                                    <p:animEffect transition="in" filter="fade">
                                      <p:cBhvr>
                                        <p:cTn id="44" dur="500"/>
                                        <p:tgtEl>
                                          <p:spTgt spid="25"/>
                                        </p:tgtEl>
                                      </p:cBhvr>
                                    </p:animEffect>
                                  </p:childTnLst>
                                </p:cTn>
                              </p:par>
                            </p:childTnLst>
                          </p:cTn>
                        </p:par>
                        <p:par>
                          <p:cTn id="45" fill="hold">
                            <p:stCondLst>
                              <p:cond delay="5500"/>
                            </p:stCondLst>
                            <p:childTnLst>
                              <p:par>
                                <p:cTn id="46" presetID="53" presetClass="entr" presetSubtype="16" fill="hold" grpId="0" nodeType="afterEffect">
                                  <p:stCondLst>
                                    <p:cond delay="0"/>
                                  </p:stCondLst>
                                  <p:childTnLst>
                                    <p:set>
                                      <p:cBhvr>
                                        <p:cTn id="47" dur="1" fill="hold">
                                          <p:stCondLst>
                                            <p:cond delay="0"/>
                                          </p:stCondLst>
                                        </p:cTn>
                                        <p:tgtEl>
                                          <p:spTgt spid="8"/>
                                        </p:tgtEl>
                                        <p:attrNameLst>
                                          <p:attrName>style.visibility</p:attrName>
                                        </p:attrNameLst>
                                      </p:cBhvr>
                                      <p:to>
                                        <p:strVal val="visible"/>
                                      </p:to>
                                    </p:set>
                                    <p:anim calcmode="lin" valueType="num">
                                      <p:cBhvr>
                                        <p:cTn id="48" dur="500" fill="hold"/>
                                        <p:tgtEl>
                                          <p:spTgt spid="8"/>
                                        </p:tgtEl>
                                        <p:attrNameLst>
                                          <p:attrName>ppt_w</p:attrName>
                                        </p:attrNameLst>
                                      </p:cBhvr>
                                      <p:tavLst>
                                        <p:tav tm="0">
                                          <p:val>
                                            <p:fltVal val="0"/>
                                          </p:val>
                                        </p:tav>
                                        <p:tav tm="100000">
                                          <p:val>
                                            <p:strVal val="#ppt_w"/>
                                          </p:val>
                                        </p:tav>
                                      </p:tavLst>
                                    </p:anim>
                                    <p:anim calcmode="lin" valueType="num">
                                      <p:cBhvr>
                                        <p:cTn id="49" dur="500" fill="hold"/>
                                        <p:tgtEl>
                                          <p:spTgt spid="8"/>
                                        </p:tgtEl>
                                        <p:attrNameLst>
                                          <p:attrName>ppt_h</p:attrName>
                                        </p:attrNameLst>
                                      </p:cBhvr>
                                      <p:tavLst>
                                        <p:tav tm="0">
                                          <p:val>
                                            <p:fltVal val="0"/>
                                          </p:val>
                                        </p:tav>
                                        <p:tav tm="100000">
                                          <p:val>
                                            <p:strVal val="#ppt_h"/>
                                          </p:val>
                                        </p:tav>
                                      </p:tavLst>
                                    </p:anim>
                                    <p:animEffect transition="in" filter="fade">
                                      <p:cBhvr>
                                        <p:cTn id="50" dur="500"/>
                                        <p:tgtEl>
                                          <p:spTgt spid="8"/>
                                        </p:tgtEl>
                                      </p:cBhvr>
                                    </p:animEffect>
                                  </p:childTnLst>
                                </p:cTn>
                              </p:par>
                            </p:childTnLst>
                          </p:cTn>
                        </p:par>
                        <p:par>
                          <p:cTn id="51" fill="hold">
                            <p:stCondLst>
                              <p:cond delay="6000"/>
                            </p:stCondLst>
                            <p:childTnLst>
                              <p:par>
                                <p:cTn id="52" presetID="53" presetClass="entr" presetSubtype="16" fill="hold" grpId="0" nodeType="afterEffect">
                                  <p:stCondLst>
                                    <p:cond delay="0"/>
                                  </p:stCondLst>
                                  <p:childTnLst>
                                    <p:set>
                                      <p:cBhvr>
                                        <p:cTn id="53" dur="1" fill="hold">
                                          <p:stCondLst>
                                            <p:cond delay="0"/>
                                          </p:stCondLst>
                                        </p:cTn>
                                        <p:tgtEl>
                                          <p:spTgt spid="10"/>
                                        </p:tgtEl>
                                        <p:attrNameLst>
                                          <p:attrName>style.visibility</p:attrName>
                                        </p:attrNameLst>
                                      </p:cBhvr>
                                      <p:to>
                                        <p:strVal val="visible"/>
                                      </p:to>
                                    </p:set>
                                    <p:anim calcmode="lin" valueType="num">
                                      <p:cBhvr>
                                        <p:cTn id="54" dur="500" fill="hold"/>
                                        <p:tgtEl>
                                          <p:spTgt spid="10"/>
                                        </p:tgtEl>
                                        <p:attrNameLst>
                                          <p:attrName>ppt_w</p:attrName>
                                        </p:attrNameLst>
                                      </p:cBhvr>
                                      <p:tavLst>
                                        <p:tav tm="0">
                                          <p:val>
                                            <p:fltVal val="0"/>
                                          </p:val>
                                        </p:tav>
                                        <p:tav tm="100000">
                                          <p:val>
                                            <p:strVal val="#ppt_w"/>
                                          </p:val>
                                        </p:tav>
                                      </p:tavLst>
                                    </p:anim>
                                    <p:anim calcmode="lin" valueType="num">
                                      <p:cBhvr>
                                        <p:cTn id="55" dur="500" fill="hold"/>
                                        <p:tgtEl>
                                          <p:spTgt spid="10"/>
                                        </p:tgtEl>
                                        <p:attrNameLst>
                                          <p:attrName>ppt_h</p:attrName>
                                        </p:attrNameLst>
                                      </p:cBhvr>
                                      <p:tavLst>
                                        <p:tav tm="0">
                                          <p:val>
                                            <p:fltVal val="0"/>
                                          </p:val>
                                        </p:tav>
                                        <p:tav tm="100000">
                                          <p:val>
                                            <p:strVal val="#ppt_h"/>
                                          </p:val>
                                        </p:tav>
                                      </p:tavLst>
                                    </p:anim>
                                    <p:animEffect transition="in" filter="fade">
                                      <p:cBhvr>
                                        <p:cTn id="56" dur="500"/>
                                        <p:tgtEl>
                                          <p:spTgt spid="10"/>
                                        </p:tgtEl>
                                      </p:cBhvr>
                                    </p:animEffect>
                                  </p:childTnLst>
                                </p:cTn>
                              </p:par>
                            </p:childTnLst>
                          </p:cTn>
                        </p:par>
                        <p:par>
                          <p:cTn id="57" fill="hold">
                            <p:stCondLst>
                              <p:cond delay="6500"/>
                            </p:stCondLst>
                            <p:childTnLst>
                              <p:par>
                                <p:cTn id="58" presetID="53" presetClass="entr" presetSubtype="16" fill="hold" grpId="0" nodeType="afterEffect">
                                  <p:stCondLst>
                                    <p:cond delay="0"/>
                                  </p:stCondLst>
                                  <p:childTnLst>
                                    <p:set>
                                      <p:cBhvr>
                                        <p:cTn id="59" dur="1" fill="hold">
                                          <p:stCondLst>
                                            <p:cond delay="0"/>
                                          </p:stCondLst>
                                        </p:cTn>
                                        <p:tgtEl>
                                          <p:spTgt spid="11"/>
                                        </p:tgtEl>
                                        <p:attrNameLst>
                                          <p:attrName>style.visibility</p:attrName>
                                        </p:attrNameLst>
                                      </p:cBhvr>
                                      <p:to>
                                        <p:strVal val="visible"/>
                                      </p:to>
                                    </p:set>
                                    <p:anim calcmode="lin" valueType="num">
                                      <p:cBhvr>
                                        <p:cTn id="60" dur="500" fill="hold"/>
                                        <p:tgtEl>
                                          <p:spTgt spid="11"/>
                                        </p:tgtEl>
                                        <p:attrNameLst>
                                          <p:attrName>ppt_w</p:attrName>
                                        </p:attrNameLst>
                                      </p:cBhvr>
                                      <p:tavLst>
                                        <p:tav tm="0">
                                          <p:val>
                                            <p:fltVal val="0"/>
                                          </p:val>
                                        </p:tav>
                                        <p:tav tm="100000">
                                          <p:val>
                                            <p:strVal val="#ppt_w"/>
                                          </p:val>
                                        </p:tav>
                                      </p:tavLst>
                                    </p:anim>
                                    <p:anim calcmode="lin" valueType="num">
                                      <p:cBhvr>
                                        <p:cTn id="61" dur="500" fill="hold"/>
                                        <p:tgtEl>
                                          <p:spTgt spid="11"/>
                                        </p:tgtEl>
                                        <p:attrNameLst>
                                          <p:attrName>ppt_h</p:attrName>
                                        </p:attrNameLst>
                                      </p:cBhvr>
                                      <p:tavLst>
                                        <p:tav tm="0">
                                          <p:val>
                                            <p:fltVal val="0"/>
                                          </p:val>
                                        </p:tav>
                                        <p:tav tm="100000">
                                          <p:val>
                                            <p:strVal val="#ppt_h"/>
                                          </p:val>
                                        </p:tav>
                                      </p:tavLst>
                                    </p:anim>
                                    <p:animEffect transition="in" filter="fade">
                                      <p:cBhvr>
                                        <p:cTn id="62" dur="500"/>
                                        <p:tgtEl>
                                          <p:spTgt spid="11"/>
                                        </p:tgtEl>
                                      </p:cBhvr>
                                    </p:animEffect>
                                  </p:childTnLst>
                                </p:cTn>
                              </p:par>
                            </p:childTnLst>
                          </p:cTn>
                        </p:par>
                        <p:par>
                          <p:cTn id="63" fill="hold">
                            <p:stCondLst>
                              <p:cond delay="7000"/>
                            </p:stCondLst>
                            <p:childTnLst>
                              <p:par>
                                <p:cTn id="64" presetID="53" presetClass="entr" presetSubtype="16" fill="hold" grpId="0" nodeType="afterEffect">
                                  <p:stCondLst>
                                    <p:cond delay="750"/>
                                  </p:stCondLst>
                                  <p:childTnLst>
                                    <p:set>
                                      <p:cBhvr>
                                        <p:cTn id="65" dur="1" fill="hold">
                                          <p:stCondLst>
                                            <p:cond delay="0"/>
                                          </p:stCondLst>
                                        </p:cTn>
                                        <p:tgtEl>
                                          <p:spTgt spid="12"/>
                                        </p:tgtEl>
                                        <p:attrNameLst>
                                          <p:attrName>style.visibility</p:attrName>
                                        </p:attrNameLst>
                                      </p:cBhvr>
                                      <p:to>
                                        <p:strVal val="visible"/>
                                      </p:to>
                                    </p:set>
                                    <p:anim calcmode="lin" valueType="num">
                                      <p:cBhvr>
                                        <p:cTn id="66" dur="500" fill="hold"/>
                                        <p:tgtEl>
                                          <p:spTgt spid="12"/>
                                        </p:tgtEl>
                                        <p:attrNameLst>
                                          <p:attrName>ppt_w</p:attrName>
                                        </p:attrNameLst>
                                      </p:cBhvr>
                                      <p:tavLst>
                                        <p:tav tm="0">
                                          <p:val>
                                            <p:fltVal val="0"/>
                                          </p:val>
                                        </p:tav>
                                        <p:tav tm="100000">
                                          <p:val>
                                            <p:strVal val="#ppt_w"/>
                                          </p:val>
                                        </p:tav>
                                      </p:tavLst>
                                    </p:anim>
                                    <p:anim calcmode="lin" valueType="num">
                                      <p:cBhvr>
                                        <p:cTn id="67" dur="500" fill="hold"/>
                                        <p:tgtEl>
                                          <p:spTgt spid="12"/>
                                        </p:tgtEl>
                                        <p:attrNameLst>
                                          <p:attrName>ppt_h</p:attrName>
                                        </p:attrNameLst>
                                      </p:cBhvr>
                                      <p:tavLst>
                                        <p:tav tm="0">
                                          <p:val>
                                            <p:fltVal val="0"/>
                                          </p:val>
                                        </p:tav>
                                        <p:tav tm="100000">
                                          <p:val>
                                            <p:strVal val="#ppt_h"/>
                                          </p:val>
                                        </p:tav>
                                      </p:tavLst>
                                    </p:anim>
                                    <p:animEffect transition="in" filter="fade">
                                      <p:cBhvr>
                                        <p:cTn id="68" dur="500"/>
                                        <p:tgtEl>
                                          <p:spTgt spid="12"/>
                                        </p:tgtEl>
                                      </p:cBhvr>
                                    </p:animEffect>
                                  </p:childTnLst>
                                </p:cTn>
                              </p:par>
                            </p:childTnLst>
                          </p:cTn>
                        </p:par>
                        <p:par>
                          <p:cTn id="69" fill="hold">
                            <p:stCondLst>
                              <p:cond delay="8250"/>
                            </p:stCondLst>
                            <p:childTnLst>
                              <p:par>
                                <p:cTn id="70" presetID="53" presetClass="entr" presetSubtype="16" fill="hold" grpId="0" nodeType="afterEffect">
                                  <p:stCondLst>
                                    <p:cond delay="750"/>
                                  </p:stCondLst>
                                  <p:childTnLst>
                                    <p:set>
                                      <p:cBhvr>
                                        <p:cTn id="71" dur="1" fill="hold">
                                          <p:stCondLst>
                                            <p:cond delay="0"/>
                                          </p:stCondLst>
                                        </p:cTn>
                                        <p:tgtEl>
                                          <p:spTgt spid="14"/>
                                        </p:tgtEl>
                                        <p:attrNameLst>
                                          <p:attrName>style.visibility</p:attrName>
                                        </p:attrNameLst>
                                      </p:cBhvr>
                                      <p:to>
                                        <p:strVal val="visible"/>
                                      </p:to>
                                    </p:set>
                                    <p:anim calcmode="lin" valueType="num">
                                      <p:cBhvr>
                                        <p:cTn id="72" dur="500" fill="hold"/>
                                        <p:tgtEl>
                                          <p:spTgt spid="14"/>
                                        </p:tgtEl>
                                        <p:attrNameLst>
                                          <p:attrName>ppt_w</p:attrName>
                                        </p:attrNameLst>
                                      </p:cBhvr>
                                      <p:tavLst>
                                        <p:tav tm="0">
                                          <p:val>
                                            <p:fltVal val="0"/>
                                          </p:val>
                                        </p:tav>
                                        <p:tav tm="100000">
                                          <p:val>
                                            <p:strVal val="#ppt_w"/>
                                          </p:val>
                                        </p:tav>
                                      </p:tavLst>
                                    </p:anim>
                                    <p:anim calcmode="lin" valueType="num">
                                      <p:cBhvr>
                                        <p:cTn id="73" dur="500" fill="hold"/>
                                        <p:tgtEl>
                                          <p:spTgt spid="14"/>
                                        </p:tgtEl>
                                        <p:attrNameLst>
                                          <p:attrName>ppt_h</p:attrName>
                                        </p:attrNameLst>
                                      </p:cBhvr>
                                      <p:tavLst>
                                        <p:tav tm="0">
                                          <p:val>
                                            <p:fltVal val="0"/>
                                          </p:val>
                                        </p:tav>
                                        <p:tav tm="100000">
                                          <p:val>
                                            <p:strVal val="#ppt_h"/>
                                          </p:val>
                                        </p:tav>
                                      </p:tavLst>
                                    </p:anim>
                                    <p:animEffect transition="in" filter="fade">
                                      <p:cBhvr>
                                        <p:cTn id="74" dur="500"/>
                                        <p:tgtEl>
                                          <p:spTgt spid="14"/>
                                        </p:tgtEl>
                                      </p:cBhvr>
                                    </p:animEffect>
                                  </p:childTnLst>
                                </p:cTn>
                              </p:par>
                            </p:childTnLst>
                          </p:cTn>
                        </p:par>
                        <p:par>
                          <p:cTn id="75" fill="hold">
                            <p:stCondLst>
                              <p:cond delay="9500"/>
                            </p:stCondLst>
                            <p:childTnLst>
                              <p:par>
                                <p:cTn id="76" presetID="53" presetClass="entr" presetSubtype="16" fill="hold" grpId="0" nodeType="afterEffect">
                                  <p:stCondLst>
                                    <p:cond delay="750"/>
                                  </p:stCondLst>
                                  <p:childTnLst>
                                    <p:set>
                                      <p:cBhvr>
                                        <p:cTn id="77" dur="1" fill="hold">
                                          <p:stCondLst>
                                            <p:cond delay="0"/>
                                          </p:stCondLst>
                                        </p:cTn>
                                        <p:tgtEl>
                                          <p:spTgt spid="15"/>
                                        </p:tgtEl>
                                        <p:attrNameLst>
                                          <p:attrName>style.visibility</p:attrName>
                                        </p:attrNameLst>
                                      </p:cBhvr>
                                      <p:to>
                                        <p:strVal val="visible"/>
                                      </p:to>
                                    </p:set>
                                    <p:anim calcmode="lin" valueType="num">
                                      <p:cBhvr>
                                        <p:cTn id="78" dur="500" fill="hold"/>
                                        <p:tgtEl>
                                          <p:spTgt spid="15"/>
                                        </p:tgtEl>
                                        <p:attrNameLst>
                                          <p:attrName>ppt_w</p:attrName>
                                        </p:attrNameLst>
                                      </p:cBhvr>
                                      <p:tavLst>
                                        <p:tav tm="0">
                                          <p:val>
                                            <p:fltVal val="0"/>
                                          </p:val>
                                        </p:tav>
                                        <p:tav tm="100000">
                                          <p:val>
                                            <p:strVal val="#ppt_w"/>
                                          </p:val>
                                        </p:tav>
                                      </p:tavLst>
                                    </p:anim>
                                    <p:anim calcmode="lin" valueType="num">
                                      <p:cBhvr>
                                        <p:cTn id="79" dur="500" fill="hold"/>
                                        <p:tgtEl>
                                          <p:spTgt spid="15"/>
                                        </p:tgtEl>
                                        <p:attrNameLst>
                                          <p:attrName>ppt_h</p:attrName>
                                        </p:attrNameLst>
                                      </p:cBhvr>
                                      <p:tavLst>
                                        <p:tav tm="0">
                                          <p:val>
                                            <p:fltVal val="0"/>
                                          </p:val>
                                        </p:tav>
                                        <p:tav tm="100000">
                                          <p:val>
                                            <p:strVal val="#ppt_h"/>
                                          </p:val>
                                        </p:tav>
                                      </p:tavLst>
                                    </p:anim>
                                    <p:animEffect transition="in" filter="fade">
                                      <p:cBhvr>
                                        <p:cTn id="80" dur="500"/>
                                        <p:tgtEl>
                                          <p:spTgt spid="15"/>
                                        </p:tgtEl>
                                      </p:cBhvr>
                                    </p:animEffect>
                                  </p:childTnLst>
                                </p:cTn>
                              </p:par>
                            </p:childTnLst>
                          </p:cTn>
                        </p:par>
                        <p:par>
                          <p:cTn id="81" fill="hold">
                            <p:stCondLst>
                              <p:cond delay="10750"/>
                            </p:stCondLst>
                            <p:childTnLst>
                              <p:par>
                                <p:cTn id="82" presetID="53" presetClass="entr" presetSubtype="16" fill="hold" grpId="0" nodeType="afterEffect">
                                  <p:stCondLst>
                                    <p:cond delay="0"/>
                                  </p:stCondLst>
                                  <p:childTnLst>
                                    <p:set>
                                      <p:cBhvr>
                                        <p:cTn id="83" dur="1" fill="hold">
                                          <p:stCondLst>
                                            <p:cond delay="0"/>
                                          </p:stCondLst>
                                        </p:cTn>
                                        <p:tgtEl>
                                          <p:spTgt spid="16"/>
                                        </p:tgtEl>
                                        <p:attrNameLst>
                                          <p:attrName>style.visibility</p:attrName>
                                        </p:attrNameLst>
                                      </p:cBhvr>
                                      <p:to>
                                        <p:strVal val="visible"/>
                                      </p:to>
                                    </p:set>
                                    <p:anim calcmode="lin" valueType="num">
                                      <p:cBhvr>
                                        <p:cTn id="84" dur="500" fill="hold"/>
                                        <p:tgtEl>
                                          <p:spTgt spid="16"/>
                                        </p:tgtEl>
                                        <p:attrNameLst>
                                          <p:attrName>ppt_w</p:attrName>
                                        </p:attrNameLst>
                                      </p:cBhvr>
                                      <p:tavLst>
                                        <p:tav tm="0">
                                          <p:val>
                                            <p:fltVal val="0"/>
                                          </p:val>
                                        </p:tav>
                                        <p:tav tm="100000">
                                          <p:val>
                                            <p:strVal val="#ppt_w"/>
                                          </p:val>
                                        </p:tav>
                                      </p:tavLst>
                                    </p:anim>
                                    <p:anim calcmode="lin" valueType="num">
                                      <p:cBhvr>
                                        <p:cTn id="85" dur="500" fill="hold"/>
                                        <p:tgtEl>
                                          <p:spTgt spid="16"/>
                                        </p:tgtEl>
                                        <p:attrNameLst>
                                          <p:attrName>ppt_h</p:attrName>
                                        </p:attrNameLst>
                                      </p:cBhvr>
                                      <p:tavLst>
                                        <p:tav tm="0">
                                          <p:val>
                                            <p:fltVal val="0"/>
                                          </p:val>
                                        </p:tav>
                                        <p:tav tm="100000">
                                          <p:val>
                                            <p:strVal val="#ppt_h"/>
                                          </p:val>
                                        </p:tav>
                                      </p:tavLst>
                                    </p:anim>
                                    <p:animEffect transition="in" filter="fade">
                                      <p:cBhvr>
                                        <p:cTn id="86" dur="500"/>
                                        <p:tgtEl>
                                          <p:spTgt spid="16"/>
                                        </p:tgtEl>
                                      </p:cBhvr>
                                    </p:animEffect>
                                  </p:childTnLst>
                                </p:cTn>
                              </p:par>
                            </p:childTnLst>
                          </p:cTn>
                        </p:par>
                        <p:par>
                          <p:cTn id="87" fill="hold">
                            <p:stCondLst>
                              <p:cond delay="11250"/>
                            </p:stCondLst>
                            <p:childTnLst>
                              <p:par>
                                <p:cTn id="88" presetID="53" presetClass="entr" presetSubtype="16" fill="hold" grpId="0" nodeType="afterEffect">
                                  <p:stCondLst>
                                    <p:cond delay="0"/>
                                  </p:stCondLst>
                                  <p:childTnLst>
                                    <p:set>
                                      <p:cBhvr>
                                        <p:cTn id="89" dur="1" fill="hold">
                                          <p:stCondLst>
                                            <p:cond delay="0"/>
                                          </p:stCondLst>
                                        </p:cTn>
                                        <p:tgtEl>
                                          <p:spTgt spid="18"/>
                                        </p:tgtEl>
                                        <p:attrNameLst>
                                          <p:attrName>style.visibility</p:attrName>
                                        </p:attrNameLst>
                                      </p:cBhvr>
                                      <p:to>
                                        <p:strVal val="visible"/>
                                      </p:to>
                                    </p:set>
                                    <p:anim calcmode="lin" valueType="num">
                                      <p:cBhvr>
                                        <p:cTn id="90" dur="500" fill="hold"/>
                                        <p:tgtEl>
                                          <p:spTgt spid="18"/>
                                        </p:tgtEl>
                                        <p:attrNameLst>
                                          <p:attrName>ppt_w</p:attrName>
                                        </p:attrNameLst>
                                      </p:cBhvr>
                                      <p:tavLst>
                                        <p:tav tm="0">
                                          <p:val>
                                            <p:fltVal val="0"/>
                                          </p:val>
                                        </p:tav>
                                        <p:tav tm="100000">
                                          <p:val>
                                            <p:strVal val="#ppt_w"/>
                                          </p:val>
                                        </p:tav>
                                      </p:tavLst>
                                    </p:anim>
                                    <p:anim calcmode="lin" valueType="num">
                                      <p:cBhvr>
                                        <p:cTn id="91" dur="500" fill="hold"/>
                                        <p:tgtEl>
                                          <p:spTgt spid="18"/>
                                        </p:tgtEl>
                                        <p:attrNameLst>
                                          <p:attrName>ppt_h</p:attrName>
                                        </p:attrNameLst>
                                      </p:cBhvr>
                                      <p:tavLst>
                                        <p:tav tm="0">
                                          <p:val>
                                            <p:fltVal val="0"/>
                                          </p:val>
                                        </p:tav>
                                        <p:tav tm="100000">
                                          <p:val>
                                            <p:strVal val="#ppt_h"/>
                                          </p:val>
                                        </p:tav>
                                      </p:tavLst>
                                    </p:anim>
                                    <p:animEffect transition="in" filter="fade">
                                      <p:cBhvr>
                                        <p:cTn id="92" dur="500"/>
                                        <p:tgtEl>
                                          <p:spTgt spid="18"/>
                                        </p:tgtEl>
                                      </p:cBhvr>
                                    </p:animEffect>
                                  </p:childTnLst>
                                </p:cTn>
                              </p:par>
                            </p:childTnLst>
                          </p:cTn>
                        </p:par>
                        <p:par>
                          <p:cTn id="93" fill="hold">
                            <p:stCondLst>
                              <p:cond delay="11750"/>
                            </p:stCondLst>
                            <p:childTnLst>
                              <p:par>
                                <p:cTn id="94" presetID="53" presetClass="entr" presetSubtype="16" fill="hold" grpId="0" nodeType="afterEffect">
                                  <p:stCondLst>
                                    <p:cond delay="0"/>
                                  </p:stCondLst>
                                  <p:childTnLst>
                                    <p:set>
                                      <p:cBhvr>
                                        <p:cTn id="95" dur="1" fill="hold">
                                          <p:stCondLst>
                                            <p:cond delay="0"/>
                                          </p:stCondLst>
                                        </p:cTn>
                                        <p:tgtEl>
                                          <p:spTgt spid="19"/>
                                        </p:tgtEl>
                                        <p:attrNameLst>
                                          <p:attrName>style.visibility</p:attrName>
                                        </p:attrNameLst>
                                      </p:cBhvr>
                                      <p:to>
                                        <p:strVal val="visible"/>
                                      </p:to>
                                    </p:set>
                                    <p:anim calcmode="lin" valueType="num">
                                      <p:cBhvr>
                                        <p:cTn id="96" dur="500" fill="hold"/>
                                        <p:tgtEl>
                                          <p:spTgt spid="19"/>
                                        </p:tgtEl>
                                        <p:attrNameLst>
                                          <p:attrName>ppt_w</p:attrName>
                                        </p:attrNameLst>
                                      </p:cBhvr>
                                      <p:tavLst>
                                        <p:tav tm="0">
                                          <p:val>
                                            <p:fltVal val="0"/>
                                          </p:val>
                                        </p:tav>
                                        <p:tav tm="100000">
                                          <p:val>
                                            <p:strVal val="#ppt_w"/>
                                          </p:val>
                                        </p:tav>
                                      </p:tavLst>
                                    </p:anim>
                                    <p:anim calcmode="lin" valueType="num">
                                      <p:cBhvr>
                                        <p:cTn id="97" dur="500" fill="hold"/>
                                        <p:tgtEl>
                                          <p:spTgt spid="19"/>
                                        </p:tgtEl>
                                        <p:attrNameLst>
                                          <p:attrName>ppt_h</p:attrName>
                                        </p:attrNameLst>
                                      </p:cBhvr>
                                      <p:tavLst>
                                        <p:tav tm="0">
                                          <p:val>
                                            <p:fltVal val="0"/>
                                          </p:val>
                                        </p:tav>
                                        <p:tav tm="100000">
                                          <p:val>
                                            <p:strVal val="#ppt_h"/>
                                          </p:val>
                                        </p:tav>
                                      </p:tavLst>
                                    </p:anim>
                                    <p:animEffect transition="in" filter="fade">
                                      <p:cBhvr>
                                        <p:cTn id="9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8" grpId="0" animBg="1"/>
      <p:bldP spid="10" grpId="0" animBg="1"/>
      <p:bldP spid="11" grpId="0" animBg="1"/>
      <p:bldP spid="12" grpId="0" animBg="1"/>
      <p:bldP spid="14" grpId="0" animBg="1"/>
      <p:bldP spid="15" grpId="0" animBg="1"/>
      <p:bldP spid="16" grpId="0" animBg="1"/>
      <p:bldP spid="18" grpId="0" animBg="1"/>
      <p:bldP spid="19" grpId="0" animBg="1"/>
      <p:bldP spid="23" grpId="0" animBg="1"/>
      <p:bldP spid="24" grpId="0" animBg="1"/>
      <p:bldP spid="2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190530" y="485974"/>
            <a:ext cx="4540250" cy="552351"/>
          </a:xfrm>
          <a:prstGeom prst="rect">
            <a:avLst/>
          </a:prstGeom>
          <a:noFill/>
          <a:ln/>
        </p:spPr>
        <p:txBody>
          <a:bodyPr wrap="none" lIns="0" tIns="0" rIns="0" bIns="0" rtlCol="0" anchor="t"/>
          <a:lstStyle/>
          <a:p>
            <a:pPr>
              <a:lnSpc>
                <a:spcPts val="4333"/>
              </a:lnSpc>
            </a:pPr>
            <a:r>
              <a:rPr lang="en-US" sz="3458" dirty="0">
                <a:solidFill>
                  <a:srgbClr val="272D45"/>
                </a:solidFill>
                <a:latin typeface="Kanit Light" pitchFamily="34" charset="0"/>
                <a:ea typeface="Kanit Light" pitchFamily="34" charset="-122"/>
                <a:cs typeface="Kanit Light" pitchFamily="34" charset="-120"/>
              </a:rPr>
              <a:t>Training Methodologies</a:t>
            </a:r>
            <a:endParaRPr lang="en-US" sz="3458" dirty="0"/>
          </a:p>
        </p:txBody>
      </p:sp>
      <p:pic>
        <p:nvPicPr>
          <p:cNvPr id="4" name="Image 1" descr="preencoded.png"/>
          <p:cNvPicPr>
            <a:picLocks noChangeAspect="1"/>
          </p:cNvPicPr>
          <p:nvPr/>
        </p:nvPicPr>
        <p:blipFill>
          <a:blip r:embed="rId3"/>
          <a:stretch>
            <a:fillRect/>
          </a:stretch>
        </p:blipFill>
        <p:spPr>
          <a:xfrm>
            <a:off x="5190530" y="2089746"/>
            <a:ext cx="441821" cy="441821"/>
          </a:xfrm>
          <a:prstGeom prst="rect">
            <a:avLst/>
          </a:prstGeom>
        </p:spPr>
      </p:pic>
      <p:sp>
        <p:nvSpPr>
          <p:cNvPr id="5" name="Text 1"/>
          <p:cNvSpPr/>
          <p:nvPr/>
        </p:nvSpPr>
        <p:spPr>
          <a:xfrm>
            <a:off x="5190531" y="2708276"/>
            <a:ext cx="1950839" cy="276126"/>
          </a:xfrm>
          <a:prstGeom prst="rect">
            <a:avLst/>
          </a:prstGeom>
          <a:noFill/>
          <a:ln/>
        </p:spPr>
        <p:txBody>
          <a:bodyPr wrap="none" lIns="0" tIns="0" rIns="0" bIns="0" rtlCol="0" anchor="t"/>
          <a:lstStyle/>
          <a:p>
            <a:pPr>
              <a:lnSpc>
                <a:spcPts val="2167"/>
              </a:lnSpc>
            </a:pPr>
            <a:r>
              <a:rPr lang="en-US" sz="1708" dirty="0">
                <a:solidFill>
                  <a:srgbClr val="2C3249"/>
                </a:solidFill>
                <a:latin typeface="Kanit Light" pitchFamily="34" charset="0"/>
                <a:ea typeface="Kanit Light" pitchFamily="34" charset="-122"/>
                <a:cs typeface="Kanit Light" pitchFamily="34" charset="-120"/>
              </a:rPr>
              <a:t>Classroom Training</a:t>
            </a:r>
            <a:endParaRPr lang="en-US" sz="1708" dirty="0"/>
          </a:p>
        </p:txBody>
      </p:sp>
      <p:sp>
        <p:nvSpPr>
          <p:cNvPr id="6" name="Text 2"/>
          <p:cNvSpPr/>
          <p:nvPr/>
        </p:nvSpPr>
        <p:spPr>
          <a:xfrm>
            <a:off x="5190531" y="3090367"/>
            <a:ext cx="1950839" cy="848023"/>
          </a:xfrm>
          <a:prstGeom prst="rect">
            <a:avLst/>
          </a:prstGeom>
          <a:noFill/>
          <a:ln/>
        </p:spPr>
        <p:txBody>
          <a:bodyPr wrap="square" lIns="0" tIns="0" rIns="0" bIns="0" rtlCol="0" anchor="t"/>
          <a:lstStyle/>
          <a:p>
            <a:pPr>
              <a:lnSpc>
                <a:spcPts val="2208"/>
              </a:lnSpc>
            </a:pPr>
            <a:r>
              <a:rPr lang="en-US" sz="1375" dirty="0">
                <a:solidFill>
                  <a:srgbClr val="2C3249"/>
                </a:solidFill>
                <a:latin typeface="Martel Sans" pitchFamily="34" charset="0"/>
                <a:ea typeface="Martel Sans" pitchFamily="34" charset="-122"/>
                <a:cs typeface="Martel Sans" pitchFamily="34" charset="-120"/>
              </a:rPr>
              <a:t>Traditional in-person or virtual learning with an instructor.</a:t>
            </a:r>
            <a:endParaRPr lang="en-US" sz="1375" dirty="0"/>
          </a:p>
        </p:txBody>
      </p:sp>
      <p:pic>
        <p:nvPicPr>
          <p:cNvPr id="7" name="Image 2" descr="preencoded.png"/>
          <p:cNvPicPr>
            <a:picLocks noChangeAspect="1"/>
          </p:cNvPicPr>
          <p:nvPr/>
        </p:nvPicPr>
        <p:blipFill>
          <a:blip r:embed="rId4"/>
          <a:stretch>
            <a:fillRect/>
          </a:stretch>
        </p:blipFill>
        <p:spPr>
          <a:xfrm>
            <a:off x="7406482" y="2089746"/>
            <a:ext cx="441821" cy="441821"/>
          </a:xfrm>
          <a:prstGeom prst="rect">
            <a:avLst/>
          </a:prstGeom>
        </p:spPr>
      </p:pic>
      <p:sp>
        <p:nvSpPr>
          <p:cNvPr id="8" name="Text 3"/>
          <p:cNvSpPr/>
          <p:nvPr/>
        </p:nvSpPr>
        <p:spPr>
          <a:xfrm>
            <a:off x="7406482" y="2708276"/>
            <a:ext cx="1950938" cy="300083"/>
          </a:xfrm>
          <a:prstGeom prst="rect">
            <a:avLst/>
          </a:prstGeom>
          <a:noFill/>
          <a:ln/>
        </p:spPr>
        <p:txBody>
          <a:bodyPr wrap="square" lIns="0" tIns="0" rIns="0" bIns="0" rtlCol="0" anchor="t"/>
          <a:lstStyle/>
          <a:p>
            <a:pPr>
              <a:lnSpc>
                <a:spcPts val="2167"/>
              </a:lnSpc>
            </a:pPr>
            <a:r>
              <a:rPr lang="en-US" sz="1708" dirty="0">
                <a:solidFill>
                  <a:srgbClr val="2C3249"/>
                </a:solidFill>
                <a:latin typeface="Kanit Light" pitchFamily="34" charset="0"/>
                <a:ea typeface="Kanit Light" pitchFamily="34" charset="-122"/>
                <a:cs typeface="Kanit Light" pitchFamily="34" charset="-120"/>
              </a:rPr>
              <a:t>On-the-Job</a:t>
            </a:r>
            <a:endParaRPr lang="en-US" sz="1708" dirty="0"/>
          </a:p>
        </p:txBody>
      </p:sp>
      <p:sp>
        <p:nvSpPr>
          <p:cNvPr id="9" name="Text 4"/>
          <p:cNvSpPr/>
          <p:nvPr/>
        </p:nvSpPr>
        <p:spPr>
          <a:xfrm>
            <a:off x="7406482" y="3110409"/>
            <a:ext cx="1950938" cy="1130697"/>
          </a:xfrm>
          <a:prstGeom prst="rect">
            <a:avLst/>
          </a:prstGeom>
          <a:noFill/>
          <a:ln/>
        </p:spPr>
        <p:txBody>
          <a:bodyPr wrap="square" lIns="0" tIns="0" rIns="0" bIns="0" rtlCol="0" anchor="t"/>
          <a:lstStyle/>
          <a:p>
            <a:pPr>
              <a:lnSpc>
                <a:spcPts val="2208"/>
              </a:lnSpc>
            </a:pPr>
            <a:r>
              <a:rPr lang="en-US" sz="1375" dirty="0">
                <a:solidFill>
                  <a:srgbClr val="2C3249"/>
                </a:solidFill>
                <a:latin typeface="Martel Sans" pitchFamily="34" charset="0"/>
                <a:ea typeface="Martel Sans" pitchFamily="34" charset="-122"/>
                <a:cs typeface="Martel Sans" pitchFamily="34" charset="-120"/>
              </a:rPr>
              <a:t>Learning while performing actual tasks and responsibilities.</a:t>
            </a:r>
            <a:endParaRPr lang="en-US" sz="1375" dirty="0"/>
          </a:p>
        </p:txBody>
      </p:sp>
      <p:pic>
        <p:nvPicPr>
          <p:cNvPr id="10" name="Image 3" descr="preencoded.png"/>
          <p:cNvPicPr>
            <a:picLocks noChangeAspect="1"/>
          </p:cNvPicPr>
          <p:nvPr/>
        </p:nvPicPr>
        <p:blipFill>
          <a:blip r:embed="rId5"/>
          <a:stretch>
            <a:fillRect/>
          </a:stretch>
        </p:blipFill>
        <p:spPr>
          <a:xfrm>
            <a:off x="9622532" y="2089746"/>
            <a:ext cx="441821" cy="441821"/>
          </a:xfrm>
          <a:prstGeom prst="rect">
            <a:avLst/>
          </a:prstGeom>
        </p:spPr>
      </p:pic>
      <p:sp>
        <p:nvSpPr>
          <p:cNvPr id="11" name="Text 5"/>
          <p:cNvSpPr/>
          <p:nvPr/>
        </p:nvSpPr>
        <p:spPr>
          <a:xfrm>
            <a:off x="9622532" y="2708276"/>
            <a:ext cx="1950938" cy="276126"/>
          </a:xfrm>
          <a:prstGeom prst="rect">
            <a:avLst/>
          </a:prstGeom>
          <a:noFill/>
          <a:ln/>
        </p:spPr>
        <p:txBody>
          <a:bodyPr wrap="none" lIns="0" tIns="0" rIns="0" bIns="0" rtlCol="0" anchor="t"/>
          <a:lstStyle/>
          <a:p>
            <a:pPr>
              <a:lnSpc>
                <a:spcPts val="2167"/>
              </a:lnSpc>
            </a:pPr>
            <a:r>
              <a:rPr lang="en-US" sz="1708" dirty="0">
                <a:solidFill>
                  <a:srgbClr val="2C3249"/>
                </a:solidFill>
                <a:latin typeface="Kanit Light" pitchFamily="34" charset="0"/>
                <a:ea typeface="Kanit Light" pitchFamily="34" charset="-122"/>
                <a:cs typeface="Kanit Light" pitchFamily="34" charset="-120"/>
              </a:rPr>
              <a:t>E-learning</a:t>
            </a:r>
            <a:endParaRPr lang="en-US" sz="1708" dirty="0"/>
          </a:p>
        </p:txBody>
      </p:sp>
      <p:sp>
        <p:nvSpPr>
          <p:cNvPr id="12" name="Text 6"/>
          <p:cNvSpPr/>
          <p:nvPr/>
        </p:nvSpPr>
        <p:spPr>
          <a:xfrm>
            <a:off x="9622532" y="3090367"/>
            <a:ext cx="1950938" cy="848023"/>
          </a:xfrm>
          <a:prstGeom prst="rect">
            <a:avLst/>
          </a:prstGeom>
          <a:noFill/>
          <a:ln/>
        </p:spPr>
        <p:txBody>
          <a:bodyPr wrap="square" lIns="0" tIns="0" rIns="0" bIns="0" rtlCol="0" anchor="t"/>
          <a:lstStyle/>
          <a:p>
            <a:pPr>
              <a:lnSpc>
                <a:spcPts val="2208"/>
              </a:lnSpc>
            </a:pPr>
            <a:r>
              <a:rPr lang="en-US" sz="1375" dirty="0">
                <a:solidFill>
                  <a:srgbClr val="2C3249"/>
                </a:solidFill>
                <a:latin typeface="Martel Sans" pitchFamily="34" charset="0"/>
                <a:ea typeface="Martel Sans" pitchFamily="34" charset="-122"/>
                <a:cs typeface="Martel Sans" pitchFamily="34" charset="-120"/>
              </a:rPr>
              <a:t>Online, self-paced learning through digital resources.</a:t>
            </a:r>
            <a:endParaRPr lang="en-US" sz="1375" dirty="0"/>
          </a:p>
        </p:txBody>
      </p:sp>
      <p:pic>
        <p:nvPicPr>
          <p:cNvPr id="13" name="Image 4" descr="preencoded.png"/>
          <p:cNvPicPr>
            <a:picLocks noChangeAspect="1"/>
          </p:cNvPicPr>
          <p:nvPr/>
        </p:nvPicPr>
        <p:blipFill>
          <a:blip r:embed="rId6"/>
          <a:stretch>
            <a:fillRect/>
          </a:stretch>
        </p:blipFill>
        <p:spPr>
          <a:xfrm>
            <a:off x="5190530" y="4241106"/>
            <a:ext cx="441821" cy="441821"/>
          </a:xfrm>
          <a:prstGeom prst="rect">
            <a:avLst/>
          </a:prstGeom>
        </p:spPr>
      </p:pic>
      <p:sp>
        <p:nvSpPr>
          <p:cNvPr id="14" name="Text 7"/>
          <p:cNvSpPr/>
          <p:nvPr/>
        </p:nvSpPr>
        <p:spPr>
          <a:xfrm>
            <a:off x="5190531" y="4859635"/>
            <a:ext cx="1950839" cy="276126"/>
          </a:xfrm>
          <a:prstGeom prst="rect">
            <a:avLst/>
          </a:prstGeom>
          <a:noFill/>
          <a:ln/>
        </p:spPr>
        <p:txBody>
          <a:bodyPr wrap="none" lIns="0" tIns="0" rIns="0" bIns="0" rtlCol="0" anchor="t"/>
          <a:lstStyle/>
          <a:p>
            <a:pPr>
              <a:lnSpc>
                <a:spcPts val="2167"/>
              </a:lnSpc>
            </a:pPr>
            <a:r>
              <a:rPr lang="en-US" sz="1708" dirty="0">
                <a:solidFill>
                  <a:srgbClr val="2C3249"/>
                </a:solidFill>
                <a:latin typeface="Kanit Light" pitchFamily="34" charset="0"/>
                <a:ea typeface="Kanit Light" pitchFamily="34" charset="-122"/>
                <a:cs typeface="Kanit Light" pitchFamily="34" charset="-120"/>
              </a:rPr>
              <a:t>Role-Playing</a:t>
            </a:r>
            <a:endParaRPr lang="en-US" sz="1708" dirty="0"/>
          </a:p>
        </p:txBody>
      </p:sp>
      <p:sp>
        <p:nvSpPr>
          <p:cNvPr id="15" name="Text 8"/>
          <p:cNvSpPr/>
          <p:nvPr/>
        </p:nvSpPr>
        <p:spPr>
          <a:xfrm>
            <a:off x="5190531" y="5241727"/>
            <a:ext cx="1950839" cy="1130697"/>
          </a:xfrm>
          <a:prstGeom prst="rect">
            <a:avLst/>
          </a:prstGeom>
          <a:noFill/>
          <a:ln/>
        </p:spPr>
        <p:txBody>
          <a:bodyPr wrap="square" lIns="0" tIns="0" rIns="0" bIns="0" rtlCol="0" anchor="t"/>
          <a:lstStyle/>
          <a:p>
            <a:pPr>
              <a:lnSpc>
                <a:spcPts val="2208"/>
              </a:lnSpc>
            </a:pPr>
            <a:r>
              <a:rPr lang="en-US" sz="1375" dirty="0">
                <a:solidFill>
                  <a:srgbClr val="2C3249"/>
                </a:solidFill>
                <a:latin typeface="Martel Sans" pitchFamily="34" charset="0"/>
                <a:ea typeface="Martel Sans" pitchFamily="34" charset="-122"/>
                <a:cs typeface="Martel Sans" pitchFamily="34" charset="-120"/>
              </a:rPr>
              <a:t>Simulating real-world situations to practice skills in a safe environment.</a:t>
            </a:r>
            <a:endParaRPr lang="en-US" sz="1375" dirty="0"/>
          </a:p>
        </p:txBody>
      </p:sp>
      <p:sp>
        <p:nvSpPr>
          <p:cNvPr id="16" name="TextBox 15">
            <a:extLst>
              <a:ext uri="{FF2B5EF4-FFF2-40B4-BE49-F238E27FC236}">
                <a16:creationId xmlns:a16="http://schemas.microsoft.com/office/drawing/2014/main" id="{21F439CF-3E5D-F96B-D3B0-7338768FF911}"/>
              </a:ext>
            </a:extLst>
          </p:cNvPr>
          <p:cNvSpPr txBox="1"/>
          <p:nvPr/>
        </p:nvSpPr>
        <p:spPr>
          <a:xfrm>
            <a:off x="5190530" y="1231383"/>
            <a:ext cx="6182320" cy="646331"/>
          </a:xfrm>
          <a:prstGeom prst="rect">
            <a:avLst/>
          </a:prstGeom>
          <a:noFill/>
        </p:spPr>
        <p:txBody>
          <a:bodyPr wrap="square">
            <a:spAutoFit/>
          </a:bodyPr>
          <a:lstStyle/>
          <a:p>
            <a:pPr marR="0" lvl="0" rtl="0"/>
            <a:r>
              <a:rPr lang="en-IN" b="0" i="0" u="none" strike="noStrike" kern="100" baseline="0" dirty="0">
                <a:solidFill>
                  <a:srgbClr val="0F4761"/>
                </a:solidFill>
                <a:latin typeface="Times New Roman" panose="02020603050405020304" pitchFamily="18" charset="0"/>
              </a:rPr>
              <a:t>Training methodologies are structured approaches used to deliver and manage training effectively.</a:t>
            </a:r>
          </a:p>
        </p:txBody>
      </p:sp>
      <p:pic>
        <p:nvPicPr>
          <p:cNvPr id="17" name="Picture 2" descr="9 Types of Business Meetings and How to Conduct Them | RingCentral UK Blog">
            <a:extLst>
              <a:ext uri="{FF2B5EF4-FFF2-40B4-BE49-F238E27FC236}">
                <a16:creationId xmlns:a16="http://schemas.microsoft.com/office/drawing/2014/main" id="{1529FA39-4C95-8745-8CEB-64D99279D372}"/>
              </a:ext>
            </a:extLst>
          </p:cNvPr>
          <p:cNvPicPr>
            <a:picLocks noChangeAspect="1" noChangeArrowheads="1"/>
          </p:cNvPicPr>
          <p:nvPr/>
        </p:nvPicPr>
        <p:blipFill rotWithShape="1">
          <a:blip r:embed="rId7">
            <a:extLst>
              <a:ext uri="{BEBA8EAE-BF5A-486C-A8C5-ECC9F3942E4B}">
                <a14:imgProps xmlns:a14="http://schemas.microsoft.com/office/drawing/2010/main">
                  <a14:imgLayer r:embed="rId8">
                    <a14:imgEffect>
                      <a14:sharpenSoften amount="-57000"/>
                    </a14:imgEffect>
                  </a14:imgLayer>
                </a14:imgProps>
              </a:ext>
              <a:ext uri="{28A0092B-C50C-407E-A947-70E740481C1C}">
                <a14:useLocalDpi xmlns:a14="http://schemas.microsoft.com/office/drawing/2010/main" val="0"/>
              </a:ext>
            </a:extLst>
          </a:blip>
          <a:srcRect l="24908"/>
          <a:stretch/>
        </p:blipFill>
        <p:spPr bwMode="auto">
          <a:xfrm>
            <a:off x="-1" y="0"/>
            <a:ext cx="4611329"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8" name="Image 4" descr="Venn diagram">
            <a:extLst>
              <a:ext uri="{FF2B5EF4-FFF2-40B4-BE49-F238E27FC236}">
                <a16:creationId xmlns:a16="http://schemas.microsoft.com/office/drawing/2014/main" id="{4D4CC397-A9DC-728A-AE83-3533969C7D6E}"/>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7406482" y="4199340"/>
            <a:ext cx="602402" cy="602402"/>
          </a:xfrm>
          <a:prstGeom prst="rect">
            <a:avLst/>
          </a:prstGeom>
        </p:spPr>
      </p:pic>
      <p:sp>
        <p:nvSpPr>
          <p:cNvPr id="19" name="Text 7">
            <a:extLst>
              <a:ext uri="{FF2B5EF4-FFF2-40B4-BE49-F238E27FC236}">
                <a16:creationId xmlns:a16="http://schemas.microsoft.com/office/drawing/2014/main" id="{2FF118EA-438C-1E02-5B7C-B9352D6BE408}"/>
              </a:ext>
            </a:extLst>
          </p:cNvPr>
          <p:cNvSpPr/>
          <p:nvPr/>
        </p:nvSpPr>
        <p:spPr>
          <a:xfrm>
            <a:off x="7406481" y="4903792"/>
            <a:ext cx="1950839" cy="276126"/>
          </a:xfrm>
          <a:prstGeom prst="rect">
            <a:avLst/>
          </a:prstGeom>
          <a:noFill/>
          <a:ln/>
        </p:spPr>
        <p:txBody>
          <a:bodyPr wrap="none" lIns="0" tIns="0" rIns="0" bIns="0" rtlCol="0" anchor="t"/>
          <a:lstStyle/>
          <a:p>
            <a:pPr>
              <a:lnSpc>
                <a:spcPts val="2167"/>
              </a:lnSpc>
            </a:pPr>
            <a:r>
              <a:rPr lang="en-US" sz="1708" dirty="0">
                <a:solidFill>
                  <a:srgbClr val="2C3249"/>
                </a:solidFill>
                <a:latin typeface="Kanit Light" pitchFamily="34" charset="0"/>
                <a:ea typeface="Kanit Light" pitchFamily="34" charset="-122"/>
                <a:cs typeface="Kanit Light" pitchFamily="34" charset="-120"/>
              </a:rPr>
              <a:t>Blended</a:t>
            </a:r>
            <a:endParaRPr lang="en-US" sz="1708" dirty="0"/>
          </a:p>
        </p:txBody>
      </p:sp>
      <p:sp>
        <p:nvSpPr>
          <p:cNvPr id="20" name="Text 8">
            <a:extLst>
              <a:ext uri="{FF2B5EF4-FFF2-40B4-BE49-F238E27FC236}">
                <a16:creationId xmlns:a16="http://schemas.microsoft.com/office/drawing/2014/main" id="{95F50821-D1DD-FB5F-C8E4-595065B1465A}"/>
              </a:ext>
            </a:extLst>
          </p:cNvPr>
          <p:cNvSpPr/>
          <p:nvPr/>
        </p:nvSpPr>
        <p:spPr>
          <a:xfrm>
            <a:off x="7393046" y="5241329"/>
            <a:ext cx="2139837" cy="1130697"/>
          </a:xfrm>
          <a:prstGeom prst="rect">
            <a:avLst/>
          </a:prstGeom>
          <a:noFill/>
          <a:ln/>
        </p:spPr>
        <p:txBody>
          <a:bodyPr wrap="square" lIns="0" tIns="0" rIns="0" bIns="0" rtlCol="0" anchor="t"/>
          <a:lstStyle/>
          <a:p>
            <a:pPr>
              <a:lnSpc>
                <a:spcPts val="2208"/>
              </a:lnSpc>
            </a:pPr>
            <a:r>
              <a:rPr lang="en-IN" sz="1375" dirty="0">
                <a:solidFill>
                  <a:srgbClr val="2C3249"/>
                </a:solidFill>
                <a:latin typeface="Martel Sans" pitchFamily="34" charset="0"/>
                <a:ea typeface="Martel Sans" pitchFamily="34" charset="-122"/>
                <a:cs typeface="Martel Sans" pitchFamily="34" charset="-120"/>
              </a:rPr>
              <a:t>Combines the best of both worlds (in-person interaction + online flexibility</a:t>
            </a:r>
            <a:r>
              <a:rPr lang="en-IN" sz="1375" dirty="0">
                <a:solidFill>
                  <a:srgbClr val="2C3249"/>
                </a:solidFill>
                <a:latin typeface="Martel Sans" pitchFamily="34" charset="0"/>
                <a:ea typeface="Martel Sans" pitchFamily="34" charset="-122"/>
              </a:rPr>
              <a:t>).</a:t>
            </a:r>
            <a:endParaRPr lang="en-US" sz="1375" dirty="0">
              <a:solidFill>
                <a:srgbClr val="2C3249"/>
              </a:solidFill>
              <a:latin typeface="Martel Sans" pitchFamily="34" charset="0"/>
              <a:ea typeface="Martel Sans"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25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53" presetClass="entr" presetSubtype="16"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p:stCondLst>
                                    <p:cond delay="500"/>
                                  </p:stCondLst>
                                  <p:childTnLst>
                                    <p:set>
                                      <p:cBhvr>
                                        <p:cTn id="16" dur="1" fill="hold">
                                          <p:stCondLst>
                                            <p:cond delay="0"/>
                                          </p:stCondLst>
                                        </p:cTn>
                                        <p:tgtEl>
                                          <p:spTgt spid="16"/>
                                        </p:tgtEl>
                                        <p:attrNameLst>
                                          <p:attrName>style.visibility</p:attrName>
                                        </p:attrNameLst>
                                      </p:cBhvr>
                                      <p:to>
                                        <p:strVal val="visible"/>
                                      </p:to>
                                    </p:set>
                                    <p:anim calcmode="lin" valueType="num">
                                      <p:cBhvr>
                                        <p:cTn id="17" dur="500" fill="hold"/>
                                        <p:tgtEl>
                                          <p:spTgt spid="16"/>
                                        </p:tgtEl>
                                        <p:attrNameLst>
                                          <p:attrName>ppt_w</p:attrName>
                                        </p:attrNameLst>
                                      </p:cBhvr>
                                      <p:tavLst>
                                        <p:tav tm="0">
                                          <p:val>
                                            <p:fltVal val="0"/>
                                          </p:val>
                                        </p:tav>
                                        <p:tav tm="100000">
                                          <p:val>
                                            <p:strVal val="#ppt_w"/>
                                          </p:val>
                                        </p:tav>
                                      </p:tavLst>
                                    </p:anim>
                                    <p:anim calcmode="lin" valueType="num">
                                      <p:cBhvr>
                                        <p:cTn id="18" dur="500" fill="hold"/>
                                        <p:tgtEl>
                                          <p:spTgt spid="16"/>
                                        </p:tgtEl>
                                        <p:attrNameLst>
                                          <p:attrName>ppt_h</p:attrName>
                                        </p:attrNameLst>
                                      </p:cBhvr>
                                      <p:tavLst>
                                        <p:tav tm="0">
                                          <p:val>
                                            <p:fltVal val="0"/>
                                          </p:val>
                                        </p:tav>
                                        <p:tav tm="100000">
                                          <p:val>
                                            <p:strVal val="#ppt_h"/>
                                          </p:val>
                                        </p:tav>
                                      </p:tavLst>
                                    </p:anim>
                                    <p:animEffect transition="in" filter="fade">
                                      <p:cBhvr>
                                        <p:cTn id="19" dur="500"/>
                                        <p:tgtEl>
                                          <p:spTgt spid="16"/>
                                        </p:tgtEl>
                                      </p:cBhvr>
                                    </p:animEffect>
                                  </p:childTnLst>
                                </p:cTn>
                              </p:par>
                            </p:childTnLst>
                          </p:cTn>
                        </p:par>
                        <p:par>
                          <p:cTn id="20" fill="hold">
                            <p:stCondLst>
                              <p:cond delay="1750"/>
                            </p:stCondLst>
                            <p:childTnLst>
                              <p:par>
                                <p:cTn id="21" presetID="53" presetClass="entr" presetSubtype="16" fill="hold" nodeType="after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p:cTn id="23" dur="500" fill="hold"/>
                                        <p:tgtEl>
                                          <p:spTgt spid="4"/>
                                        </p:tgtEl>
                                        <p:attrNameLst>
                                          <p:attrName>ppt_w</p:attrName>
                                        </p:attrNameLst>
                                      </p:cBhvr>
                                      <p:tavLst>
                                        <p:tav tm="0">
                                          <p:val>
                                            <p:fltVal val="0"/>
                                          </p:val>
                                        </p:tav>
                                        <p:tav tm="100000">
                                          <p:val>
                                            <p:strVal val="#ppt_w"/>
                                          </p:val>
                                        </p:tav>
                                      </p:tavLst>
                                    </p:anim>
                                    <p:anim calcmode="lin" valueType="num">
                                      <p:cBhvr>
                                        <p:cTn id="24" dur="500" fill="hold"/>
                                        <p:tgtEl>
                                          <p:spTgt spid="4"/>
                                        </p:tgtEl>
                                        <p:attrNameLst>
                                          <p:attrName>ppt_h</p:attrName>
                                        </p:attrNameLst>
                                      </p:cBhvr>
                                      <p:tavLst>
                                        <p:tav tm="0">
                                          <p:val>
                                            <p:fltVal val="0"/>
                                          </p:val>
                                        </p:tav>
                                        <p:tav tm="100000">
                                          <p:val>
                                            <p:strVal val="#ppt_h"/>
                                          </p:val>
                                        </p:tav>
                                      </p:tavLst>
                                    </p:anim>
                                    <p:animEffect transition="in" filter="fade">
                                      <p:cBhvr>
                                        <p:cTn id="25" dur="500"/>
                                        <p:tgtEl>
                                          <p:spTgt spid="4"/>
                                        </p:tgtEl>
                                      </p:cBhvr>
                                    </p:animEffect>
                                  </p:childTnLst>
                                </p:cTn>
                              </p:par>
                            </p:childTnLst>
                          </p:cTn>
                        </p:par>
                        <p:par>
                          <p:cTn id="26" fill="hold">
                            <p:stCondLst>
                              <p:cond delay="2250"/>
                            </p:stCondLst>
                            <p:childTnLst>
                              <p:par>
                                <p:cTn id="27" presetID="53" presetClass="entr" presetSubtype="16" fill="hold" grpId="0" nodeType="after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p:cTn id="29" dur="500" fill="hold"/>
                                        <p:tgtEl>
                                          <p:spTgt spid="5"/>
                                        </p:tgtEl>
                                        <p:attrNameLst>
                                          <p:attrName>ppt_w</p:attrName>
                                        </p:attrNameLst>
                                      </p:cBhvr>
                                      <p:tavLst>
                                        <p:tav tm="0">
                                          <p:val>
                                            <p:fltVal val="0"/>
                                          </p:val>
                                        </p:tav>
                                        <p:tav tm="100000">
                                          <p:val>
                                            <p:strVal val="#ppt_w"/>
                                          </p:val>
                                        </p:tav>
                                      </p:tavLst>
                                    </p:anim>
                                    <p:anim calcmode="lin" valueType="num">
                                      <p:cBhvr>
                                        <p:cTn id="30" dur="500" fill="hold"/>
                                        <p:tgtEl>
                                          <p:spTgt spid="5"/>
                                        </p:tgtEl>
                                        <p:attrNameLst>
                                          <p:attrName>ppt_h</p:attrName>
                                        </p:attrNameLst>
                                      </p:cBhvr>
                                      <p:tavLst>
                                        <p:tav tm="0">
                                          <p:val>
                                            <p:fltVal val="0"/>
                                          </p:val>
                                        </p:tav>
                                        <p:tav tm="100000">
                                          <p:val>
                                            <p:strVal val="#ppt_h"/>
                                          </p:val>
                                        </p:tav>
                                      </p:tavLst>
                                    </p:anim>
                                    <p:animEffect transition="in" filter="fade">
                                      <p:cBhvr>
                                        <p:cTn id="31" dur="500"/>
                                        <p:tgtEl>
                                          <p:spTgt spid="5"/>
                                        </p:tgtEl>
                                      </p:cBhvr>
                                    </p:animEffect>
                                  </p:childTnLst>
                                </p:cTn>
                              </p:par>
                            </p:childTnLst>
                          </p:cTn>
                        </p:par>
                        <p:par>
                          <p:cTn id="32" fill="hold">
                            <p:stCondLst>
                              <p:cond delay="2750"/>
                            </p:stCondLst>
                            <p:childTnLst>
                              <p:par>
                                <p:cTn id="33" presetID="53" presetClass="entr" presetSubtype="16" fill="hold" grpId="0" nodeType="after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500" fill="hold"/>
                                        <p:tgtEl>
                                          <p:spTgt spid="6"/>
                                        </p:tgtEl>
                                        <p:attrNameLst>
                                          <p:attrName>ppt_w</p:attrName>
                                        </p:attrNameLst>
                                      </p:cBhvr>
                                      <p:tavLst>
                                        <p:tav tm="0">
                                          <p:val>
                                            <p:fltVal val="0"/>
                                          </p:val>
                                        </p:tav>
                                        <p:tav tm="100000">
                                          <p:val>
                                            <p:strVal val="#ppt_w"/>
                                          </p:val>
                                        </p:tav>
                                      </p:tavLst>
                                    </p:anim>
                                    <p:anim calcmode="lin" valueType="num">
                                      <p:cBhvr>
                                        <p:cTn id="36" dur="500" fill="hold"/>
                                        <p:tgtEl>
                                          <p:spTgt spid="6"/>
                                        </p:tgtEl>
                                        <p:attrNameLst>
                                          <p:attrName>ppt_h</p:attrName>
                                        </p:attrNameLst>
                                      </p:cBhvr>
                                      <p:tavLst>
                                        <p:tav tm="0">
                                          <p:val>
                                            <p:fltVal val="0"/>
                                          </p:val>
                                        </p:tav>
                                        <p:tav tm="100000">
                                          <p:val>
                                            <p:strVal val="#ppt_h"/>
                                          </p:val>
                                        </p:tav>
                                      </p:tavLst>
                                    </p:anim>
                                    <p:animEffect transition="in" filter="fade">
                                      <p:cBhvr>
                                        <p:cTn id="37" dur="500"/>
                                        <p:tgtEl>
                                          <p:spTgt spid="6"/>
                                        </p:tgtEl>
                                      </p:cBhvr>
                                    </p:animEffect>
                                  </p:childTnLst>
                                </p:cTn>
                              </p:par>
                            </p:childTnLst>
                          </p:cTn>
                        </p:par>
                        <p:par>
                          <p:cTn id="38" fill="hold">
                            <p:stCondLst>
                              <p:cond delay="3250"/>
                            </p:stCondLst>
                            <p:childTnLst>
                              <p:par>
                                <p:cTn id="39" presetID="53" presetClass="entr" presetSubtype="16" fill="hold" nodeType="afterEffect">
                                  <p:stCondLst>
                                    <p:cond delay="0"/>
                                  </p:stCondLst>
                                  <p:childTnLst>
                                    <p:set>
                                      <p:cBhvr>
                                        <p:cTn id="40" dur="1" fill="hold">
                                          <p:stCondLst>
                                            <p:cond delay="0"/>
                                          </p:stCondLst>
                                        </p:cTn>
                                        <p:tgtEl>
                                          <p:spTgt spid="7"/>
                                        </p:tgtEl>
                                        <p:attrNameLst>
                                          <p:attrName>style.visibility</p:attrName>
                                        </p:attrNameLst>
                                      </p:cBhvr>
                                      <p:to>
                                        <p:strVal val="visible"/>
                                      </p:to>
                                    </p:set>
                                    <p:anim calcmode="lin" valueType="num">
                                      <p:cBhvr>
                                        <p:cTn id="41" dur="500" fill="hold"/>
                                        <p:tgtEl>
                                          <p:spTgt spid="7"/>
                                        </p:tgtEl>
                                        <p:attrNameLst>
                                          <p:attrName>ppt_w</p:attrName>
                                        </p:attrNameLst>
                                      </p:cBhvr>
                                      <p:tavLst>
                                        <p:tav tm="0">
                                          <p:val>
                                            <p:fltVal val="0"/>
                                          </p:val>
                                        </p:tav>
                                        <p:tav tm="100000">
                                          <p:val>
                                            <p:strVal val="#ppt_w"/>
                                          </p:val>
                                        </p:tav>
                                      </p:tavLst>
                                    </p:anim>
                                    <p:anim calcmode="lin" valueType="num">
                                      <p:cBhvr>
                                        <p:cTn id="42" dur="500" fill="hold"/>
                                        <p:tgtEl>
                                          <p:spTgt spid="7"/>
                                        </p:tgtEl>
                                        <p:attrNameLst>
                                          <p:attrName>ppt_h</p:attrName>
                                        </p:attrNameLst>
                                      </p:cBhvr>
                                      <p:tavLst>
                                        <p:tav tm="0">
                                          <p:val>
                                            <p:fltVal val="0"/>
                                          </p:val>
                                        </p:tav>
                                        <p:tav tm="100000">
                                          <p:val>
                                            <p:strVal val="#ppt_h"/>
                                          </p:val>
                                        </p:tav>
                                      </p:tavLst>
                                    </p:anim>
                                    <p:animEffect transition="in" filter="fade">
                                      <p:cBhvr>
                                        <p:cTn id="43" dur="500"/>
                                        <p:tgtEl>
                                          <p:spTgt spid="7"/>
                                        </p:tgtEl>
                                      </p:cBhvr>
                                    </p:animEffect>
                                  </p:childTnLst>
                                </p:cTn>
                              </p:par>
                            </p:childTnLst>
                          </p:cTn>
                        </p:par>
                        <p:par>
                          <p:cTn id="44" fill="hold">
                            <p:stCondLst>
                              <p:cond delay="3750"/>
                            </p:stCondLst>
                            <p:childTnLst>
                              <p:par>
                                <p:cTn id="45" presetID="53" presetClass="entr" presetSubtype="16" fill="hold" grpId="0" nodeType="afterEffect">
                                  <p:stCondLst>
                                    <p:cond delay="0"/>
                                  </p:stCondLst>
                                  <p:childTnLst>
                                    <p:set>
                                      <p:cBhvr>
                                        <p:cTn id="46" dur="1" fill="hold">
                                          <p:stCondLst>
                                            <p:cond delay="0"/>
                                          </p:stCondLst>
                                        </p:cTn>
                                        <p:tgtEl>
                                          <p:spTgt spid="8"/>
                                        </p:tgtEl>
                                        <p:attrNameLst>
                                          <p:attrName>style.visibility</p:attrName>
                                        </p:attrNameLst>
                                      </p:cBhvr>
                                      <p:to>
                                        <p:strVal val="visible"/>
                                      </p:to>
                                    </p:set>
                                    <p:anim calcmode="lin" valueType="num">
                                      <p:cBhvr>
                                        <p:cTn id="47" dur="500" fill="hold"/>
                                        <p:tgtEl>
                                          <p:spTgt spid="8"/>
                                        </p:tgtEl>
                                        <p:attrNameLst>
                                          <p:attrName>ppt_w</p:attrName>
                                        </p:attrNameLst>
                                      </p:cBhvr>
                                      <p:tavLst>
                                        <p:tav tm="0">
                                          <p:val>
                                            <p:fltVal val="0"/>
                                          </p:val>
                                        </p:tav>
                                        <p:tav tm="100000">
                                          <p:val>
                                            <p:strVal val="#ppt_w"/>
                                          </p:val>
                                        </p:tav>
                                      </p:tavLst>
                                    </p:anim>
                                    <p:anim calcmode="lin" valueType="num">
                                      <p:cBhvr>
                                        <p:cTn id="48" dur="500" fill="hold"/>
                                        <p:tgtEl>
                                          <p:spTgt spid="8"/>
                                        </p:tgtEl>
                                        <p:attrNameLst>
                                          <p:attrName>ppt_h</p:attrName>
                                        </p:attrNameLst>
                                      </p:cBhvr>
                                      <p:tavLst>
                                        <p:tav tm="0">
                                          <p:val>
                                            <p:fltVal val="0"/>
                                          </p:val>
                                        </p:tav>
                                        <p:tav tm="100000">
                                          <p:val>
                                            <p:strVal val="#ppt_h"/>
                                          </p:val>
                                        </p:tav>
                                      </p:tavLst>
                                    </p:anim>
                                    <p:animEffect transition="in" filter="fade">
                                      <p:cBhvr>
                                        <p:cTn id="49" dur="500"/>
                                        <p:tgtEl>
                                          <p:spTgt spid="8"/>
                                        </p:tgtEl>
                                      </p:cBhvr>
                                    </p:animEffect>
                                  </p:childTnLst>
                                </p:cTn>
                              </p:par>
                            </p:childTnLst>
                          </p:cTn>
                        </p:par>
                        <p:par>
                          <p:cTn id="50" fill="hold">
                            <p:stCondLst>
                              <p:cond delay="4250"/>
                            </p:stCondLst>
                            <p:childTnLst>
                              <p:par>
                                <p:cTn id="51" presetID="53" presetClass="entr" presetSubtype="16" fill="hold" grpId="0" nodeType="afterEffect">
                                  <p:stCondLst>
                                    <p:cond delay="0"/>
                                  </p:stCondLst>
                                  <p:childTnLst>
                                    <p:set>
                                      <p:cBhvr>
                                        <p:cTn id="52" dur="1" fill="hold">
                                          <p:stCondLst>
                                            <p:cond delay="0"/>
                                          </p:stCondLst>
                                        </p:cTn>
                                        <p:tgtEl>
                                          <p:spTgt spid="9"/>
                                        </p:tgtEl>
                                        <p:attrNameLst>
                                          <p:attrName>style.visibility</p:attrName>
                                        </p:attrNameLst>
                                      </p:cBhvr>
                                      <p:to>
                                        <p:strVal val="visible"/>
                                      </p:to>
                                    </p:set>
                                    <p:anim calcmode="lin" valueType="num">
                                      <p:cBhvr>
                                        <p:cTn id="53" dur="500" fill="hold"/>
                                        <p:tgtEl>
                                          <p:spTgt spid="9"/>
                                        </p:tgtEl>
                                        <p:attrNameLst>
                                          <p:attrName>ppt_w</p:attrName>
                                        </p:attrNameLst>
                                      </p:cBhvr>
                                      <p:tavLst>
                                        <p:tav tm="0">
                                          <p:val>
                                            <p:fltVal val="0"/>
                                          </p:val>
                                        </p:tav>
                                        <p:tav tm="100000">
                                          <p:val>
                                            <p:strVal val="#ppt_w"/>
                                          </p:val>
                                        </p:tav>
                                      </p:tavLst>
                                    </p:anim>
                                    <p:anim calcmode="lin" valueType="num">
                                      <p:cBhvr>
                                        <p:cTn id="54" dur="500" fill="hold"/>
                                        <p:tgtEl>
                                          <p:spTgt spid="9"/>
                                        </p:tgtEl>
                                        <p:attrNameLst>
                                          <p:attrName>ppt_h</p:attrName>
                                        </p:attrNameLst>
                                      </p:cBhvr>
                                      <p:tavLst>
                                        <p:tav tm="0">
                                          <p:val>
                                            <p:fltVal val="0"/>
                                          </p:val>
                                        </p:tav>
                                        <p:tav tm="100000">
                                          <p:val>
                                            <p:strVal val="#ppt_h"/>
                                          </p:val>
                                        </p:tav>
                                      </p:tavLst>
                                    </p:anim>
                                    <p:animEffect transition="in" filter="fade">
                                      <p:cBhvr>
                                        <p:cTn id="55" dur="500"/>
                                        <p:tgtEl>
                                          <p:spTgt spid="9"/>
                                        </p:tgtEl>
                                      </p:cBhvr>
                                    </p:animEffect>
                                  </p:childTnLst>
                                </p:cTn>
                              </p:par>
                            </p:childTnLst>
                          </p:cTn>
                        </p:par>
                        <p:par>
                          <p:cTn id="56" fill="hold">
                            <p:stCondLst>
                              <p:cond delay="4750"/>
                            </p:stCondLst>
                            <p:childTnLst>
                              <p:par>
                                <p:cTn id="57" presetID="53" presetClass="entr" presetSubtype="16" fill="hold" nodeType="afterEffect">
                                  <p:stCondLst>
                                    <p:cond delay="0"/>
                                  </p:stCondLst>
                                  <p:childTnLst>
                                    <p:set>
                                      <p:cBhvr>
                                        <p:cTn id="58" dur="1" fill="hold">
                                          <p:stCondLst>
                                            <p:cond delay="0"/>
                                          </p:stCondLst>
                                        </p:cTn>
                                        <p:tgtEl>
                                          <p:spTgt spid="10"/>
                                        </p:tgtEl>
                                        <p:attrNameLst>
                                          <p:attrName>style.visibility</p:attrName>
                                        </p:attrNameLst>
                                      </p:cBhvr>
                                      <p:to>
                                        <p:strVal val="visible"/>
                                      </p:to>
                                    </p:set>
                                    <p:anim calcmode="lin" valueType="num">
                                      <p:cBhvr>
                                        <p:cTn id="59" dur="500" fill="hold"/>
                                        <p:tgtEl>
                                          <p:spTgt spid="10"/>
                                        </p:tgtEl>
                                        <p:attrNameLst>
                                          <p:attrName>ppt_w</p:attrName>
                                        </p:attrNameLst>
                                      </p:cBhvr>
                                      <p:tavLst>
                                        <p:tav tm="0">
                                          <p:val>
                                            <p:fltVal val="0"/>
                                          </p:val>
                                        </p:tav>
                                        <p:tav tm="100000">
                                          <p:val>
                                            <p:strVal val="#ppt_w"/>
                                          </p:val>
                                        </p:tav>
                                      </p:tavLst>
                                    </p:anim>
                                    <p:anim calcmode="lin" valueType="num">
                                      <p:cBhvr>
                                        <p:cTn id="60" dur="500" fill="hold"/>
                                        <p:tgtEl>
                                          <p:spTgt spid="10"/>
                                        </p:tgtEl>
                                        <p:attrNameLst>
                                          <p:attrName>ppt_h</p:attrName>
                                        </p:attrNameLst>
                                      </p:cBhvr>
                                      <p:tavLst>
                                        <p:tav tm="0">
                                          <p:val>
                                            <p:fltVal val="0"/>
                                          </p:val>
                                        </p:tav>
                                        <p:tav tm="100000">
                                          <p:val>
                                            <p:strVal val="#ppt_h"/>
                                          </p:val>
                                        </p:tav>
                                      </p:tavLst>
                                    </p:anim>
                                    <p:animEffect transition="in" filter="fade">
                                      <p:cBhvr>
                                        <p:cTn id="61" dur="500"/>
                                        <p:tgtEl>
                                          <p:spTgt spid="10"/>
                                        </p:tgtEl>
                                      </p:cBhvr>
                                    </p:animEffect>
                                  </p:childTnLst>
                                </p:cTn>
                              </p:par>
                            </p:childTnLst>
                          </p:cTn>
                        </p:par>
                        <p:par>
                          <p:cTn id="62" fill="hold">
                            <p:stCondLst>
                              <p:cond delay="5250"/>
                            </p:stCondLst>
                            <p:childTnLst>
                              <p:par>
                                <p:cTn id="63" presetID="53" presetClass="entr" presetSubtype="16" fill="hold" grpId="0" nodeType="afterEffect">
                                  <p:stCondLst>
                                    <p:cond delay="0"/>
                                  </p:stCondLst>
                                  <p:childTnLst>
                                    <p:set>
                                      <p:cBhvr>
                                        <p:cTn id="64" dur="1" fill="hold">
                                          <p:stCondLst>
                                            <p:cond delay="0"/>
                                          </p:stCondLst>
                                        </p:cTn>
                                        <p:tgtEl>
                                          <p:spTgt spid="11"/>
                                        </p:tgtEl>
                                        <p:attrNameLst>
                                          <p:attrName>style.visibility</p:attrName>
                                        </p:attrNameLst>
                                      </p:cBhvr>
                                      <p:to>
                                        <p:strVal val="visible"/>
                                      </p:to>
                                    </p:set>
                                    <p:anim calcmode="lin" valueType="num">
                                      <p:cBhvr>
                                        <p:cTn id="65" dur="500" fill="hold"/>
                                        <p:tgtEl>
                                          <p:spTgt spid="11"/>
                                        </p:tgtEl>
                                        <p:attrNameLst>
                                          <p:attrName>ppt_w</p:attrName>
                                        </p:attrNameLst>
                                      </p:cBhvr>
                                      <p:tavLst>
                                        <p:tav tm="0">
                                          <p:val>
                                            <p:fltVal val="0"/>
                                          </p:val>
                                        </p:tav>
                                        <p:tav tm="100000">
                                          <p:val>
                                            <p:strVal val="#ppt_w"/>
                                          </p:val>
                                        </p:tav>
                                      </p:tavLst>
                                    </p:anim>
                                    <p:anim calcmode="lin" valueType="num">
                                      <p:cBhvr>
                                        <p:cTn id="66" dur="500" fill="hold"/>
                                        <p:tgtEl>
                                          <p:spTgt spid="11"/>
                                        </p:tgtEl>
                                        <p:attrNameLst>
                                          <p:attrName>ppt_h</p:attrName>
                                        </p:attrNameLst>
                                      </p:cBhvr>
                                      <p:tavLst>
                                        <p:tav tm="0">
                                          <p:val>
                                            <p:fltVal val="0"/>
                                          </p:val>
                                        </p:tav>
                                        <p:tav tm="100000">
                                          <p:val>
                                            <p:strVal val="#ppt_h"/>
                                          </p:val>
                                        </p:tav>
                                      </p:tavLst>
                                    </p:anim>
                                    <p:animEffect transition="in" filter="fade">
                                      <p:cBhvr>
                                        <p:cTn id="67" dur="500"/>
                                        <p:tgtEl>
                                          <p:spTgt spid="11"/>
                                        </p:tgtEl>
                                      </p:cBhvr>
                                    </p:animEffect>
                                  </p:childTnLst>
                                </p:cTn>
                              </p:par>
                            </p:childTnLst>
                          </p:cTn>
                        </p:par>
                        <p:par>
                          <p:cTn id="68" fill="hold">
                            <p:stCondLst>
                              <p:cond delay="5750"/>
                            </p:stCondLst>
                            <p:childTnLst>
                              <p:par>
                                <p:cTn id="69" presetID="53" presetClass="entr" presetSubtype="16" fill="hold" grpId="0" nodeType="afterEffect">
                                  <p:stCondLst>
                                    <p:cond delay="0"/>
                                  </p:stCondLst>
                                  <p:childTnLst>
                                    <p:set>
                                      <p:cBhvr>
                                        <p:cTn id="70" dur="1" fill="hold">
                                          <p:stCondLst>
                                            <p:cond delay="0"/>
                                          </p:stCondLst>
                                        </p:cTn>
                                        <p:tgtEl>
                                          <p:spTgt spid="12"/>
                                        </p:tgtEl>
                                        <p:attrNameLst>
                                          <p:attrName>style.visibility</p:attrName>
                                        </p:attrNameLst>
                                      </p:cBhvr>
                                      <p:to>
                                        <p:strVal val="visible"/>
                                      </p:to>
                                    </p:set>
                                    <p:anim calcmode="lin" valueType="num">
                                      <p:cBhvr>
                                        <p:cTn id="71" dur="500" fill="hold"/>
                                        <p:tgtEl>
                                          <p:spTgt spid="12"/>
                                        </p:tgtEl>
                                        <p:attrNameLst>
                                          <p:attrName>ppt_w</p:attrName>
                                        </p:attrNameLst>
                                      </p:cBhvr>
                                      <p:tavLst>
                                        <p:tav tm="0">
                                          <p:val>
                                            <p:fltVal val="0"/>
                                          </p:val>
                                        </p:tav>
                                        <p:tav tm="100000">
                                          <p:val>
                                            <p:strVal val="#ppt_w"/>
                                          </p:val>
                                        </p:tav>
                                      </p:tavLst>
                                    </p:anim>
                                    <p:anim calcmode="lin" valueType="num">
                                      <p:cBhvr>
                                        <p:cTn id="72" dur="500" fill="hold"/>
                                        <p:tgtEl>
                                          <p:spTgt spid="12"/>
                                        </p:tgtEl>
                                        <p:attrNameLst>
                                          <p:attrName>ppt_h</p:attrName>
                                        </p:attrNameLst>
                                      </p:cBhvr>
                                      <p:tavLst>
                                        <p:tav tm="0">
                                          <p:val>
                                            <p:fltVal val="0"/>
                                          </p:val>
                                        </p:tav>
                                        <p:tav tm="100000">
                                          <p:val>
                                            <p:strVal val="#ppt_h"/>
                                          </p:val>
                                        </p:tav>
                                      </p:tavLst>
                                    </p:anim>
                                    <p:animEffect transition="in" filter="fade">
                                      <p:cBhvr>
                                        <p:cTn id="73" dur="500"/>
                                        <p:tgtEl>
                                          <p:spTgt spid="12"/>
                                        </p:tgtEl>
                                      </p:cBhvr>
                                    </p:animEffect>
                                  </p:childTnLst>
                                </p:cTn>
                              </p:par>
                            </p:childTnLst>
                          </p:cTn>
                        </p:par>
                        <p:par>
                          <p:cTn id="74" fill="hold">
                            <p:stCondLst>
                              <p:cond delay="6250"/>
                            </p:stCondLst>
                            <p:childTnLst>
                              <p:par>
                                <p:cTn id="75" presetID="53" presetClass="entr" presetSubtype="16" fill="hold" nodeType="afterEffect">
                                  <p:stCondLst>
                                    <p:cond delay="0"/>
                                  </p:stCondLst>
                                  <p:childTnLst>
                                    <p:set>
                                      <p:cBhvr>
                                        <p:cTn id="76" dur="1" fill="hold">
                                          <p:stCondLst>
                                            <p:cond delay="0"/>
                                          </p:stCondLst>
                                        </p:cTn>
                                        <p:tgtEl>
                                          <p:spTgt spid="13"/>
                                        </p:tgtEl>
                                        <p:attrNameLst>
                                          <p:attrName>style.visibility</p:attrName>
                                        </p:attrNameLst>
                                      </p:cBhvr>
                                      <p:to>
                                        <p:strVal val="visible"/>
                                      </p:to>
                                    </p:set>
                                    <p:anim calcmode="lin" valueType="num">
                                      <p:cBhvr>
                                        <p:cTn id="77" dur="500" fill="hold"/>
                                        <p:tgtEl>
                                          <p:spTgt spid="13"/>
                                        </p:tgtEl>
                                        <p:attrNameLst>
                                          <p:attrName>ppt_w</p:attrName>
                                        </p:attrNameLst>
                                      </p:cBhvr>
                                      <p:tavLst>
                                        <p:tav tm="0">
                                          <p:val>
                                            <p:fltVal val="0"/>
                                          </p:val>
                                        </p:tav>
                                        <p:tav tm="100000">
                                          <p:val>
                                            <p:strVal val="#ppt_w"/>
                                          </p:val>
                                        </p:tav>
                                      </p:tavLst>
                                    </p:anim>
                                    <p:anim calcmode="lin" valueType="num">
                                      <p:cBhvr>
                                        <p:cTn id="78" dur="500" fill="hold"/>
                                        <p:tgtEl>
                                          <p:spTgt spid="13"/>
                                        </p:tgtEl>
                                        <p:attrNameLst>
                                          <p:attrName>ppt_h</p:attrName>
                                        </p:attrNameLst>
                                      </p:cBhvr>
                                      <p:tavLst>
                                        <p:tav tm="0">
                                          <p:val>
                                            <p:fltVal val="0"/>
                                          </p:val>
                                        </p:tav>
                                        <p:tav tm="100000">
                                          <p:val>
                                            <p:strVal val="#ppt_h"/>
                                          </p:val>
                                        </p:tav>
                                      </p:tavLst>
                                    </p:anim>
                                    <p:animEffect transition="in" filter="fade">
                                      <p:cBhvr>
                                        <p:cTn id="79" dur="500"/>
                                        <p:tgtEl>
                                          <p:spTgt spid="13"/>
                                        </p:tgtEl>
                                      </p:cBhvr>
                                    </p:animEffect>
                                  </p:childTnLst>
                                </p:cTn>
                              </p:par>
                            </p:childTnLst>
                          </p:cTn>
                        </p:par>
                        <p:par>
                          <p:cTn id="80" fill="hold">
                            <p:stCondLst>
                              <p:cond delay="6750"/>
                            </p:stCondLst>
                            <p:childTnLst>
                              <p:par>
                                <p:cTn id="81" presetID="53" presetClass="entr" presetSubtype="16" fill="hold" grpId="0" nodeType="afterEffect">
                                  <p:stCondLst>
                                    <p:cond delay="0"/>
                                  </p:stCondLst>
                                  <p:childTnLst>
                                    <p:set>
                                      <p:cBhvr>
                                        <p:cTn id="82" dur="1" fill="hold">
                                          <p:stCondLst>
                                            <p:cond delay="0"/>
                                          </p:stCondLst>
                                        </p:cTn>
                                        <p:tgtEl>
                                          <p:spTgt spid="14"/>
                                        </p:tgtEl>
                                        <p:attrNameLst>
                                          <p:attrName>style.visibility</p:attrName>
                                        </p:attrNameLst>
                                      </p:cBhvr>
                                      <p:to>
                                        <p:strVal val="visible"/>
                                      </p:to>
                                    </p:set>
                                    <p:anim calcmode="lin" valueType="num">
                                      <p:cBhvr>
                                        <p:cTn id="83" dur="500" fill="hold"/>
                                        <p:tgtEl>
                                          <p:spTgt spid="14"/>
                                        </p:tgtEl>
                                        <p:attrNameLst>
                                          <p:attrName>ppt_w</p:attrName>
                                        </p:attrNameLst>
                                      </p:cBhvr>
                                      <p:tavLst>
                                        <p:tav tm="0">
                                          <p:val>
                                            <p:fltVal val="0"/>
                                          </p:val>
                                        </p:tav>
                                        <p:tav tm="100000">
                                          <p:val>
                                            <p:strVal val="#ppt_w"/>
                                          </p:val>
                                        </p:tav>
                                      </p:tavLst>
                                    </p:anim>
                                    <p:anim calcmode="lin" valueType="num">
                                      <p:cBhvr>
                                        <p:cTn id="84" dur="500" fill="hold"/>
                                        <p:tgtEl>
                                          <p:spTgt spid="14"/>
                                        </p:tgtEl>
                                        <p:attrNameLst>
                                          <p:attrName>ppt_h</p:attrName>
                                        </p:attrNameLst>
                                      </p:cBhvr>
                                      <p:tavLst>
                                        <p:tav tm="0">
                                          <p:val>
                                            <p:fltVal val="0"/>
                                          </p:val>
                                        </p:tav>
                                        <p:tav tm="100000">
                                          <p:val>
                                            <p:strVal val="#ppt_h"/>
                                          </p:val>
                                        </p:tav>
                                      </p:tavLst>
                                    </p:anim>
                                    <p:animEffect transition="in" filter="fade">
                                      <p:cBhvr>
                                        <p:cTn id="85" dur="500"/>
                                        <p:tgtEl>
                                          <p:spTgt spid="14"/>
                                        </p:tgtEl>
                                      </p:cBhvr>
                                    </p:animEffect>
                                  </p:childTnLst>
                                </p:cTn>
                              </p:par>
                            </p:childTnLst>
                          </p:cTn>
                        </p:par>
                        <p:par>
                          <p:cTn id="86" fill="hold">
                            <p:stCondLst>
                              <p:cond delay="7250"/>
                            </p:stCondLst>
                            <p:childTnLst>
                              <p:par>
                                <p:cTn id="87" presetID="53" presetClass="entr" presetSubtype="16" fill="hold" grpId="0" nodeType="afterEffect">
                                  <p:stCondLst>
                                    <p:cond delay="0"/>
                                  </p:stCondLst>
                                  <p:childTnLst>
                                    <p:set>
                                      <p:cBhvr>
                                        <p:cTn id="88" dur="1" fill="hold">
                                          <p:stCondLst>
                                            <p:cond delay="0"/>
                                          </p:stCondLst>
                                        </p:cTn>
                                        <p:tgtEl>
                                          <p:spTgt spid="15"/>
                                        </p:tgtEl>
                                        <p:attrNameLst>
                                          <p:attrName>style.visibility</p:attrName>
                                        </p:attrNameLst>
                                      </p:cBhvr>
                                      <p:to>
                                        <p:strVal val="visible"/>
                                      </p:to>
                                    </p:set>
                                    <p:anim calcmode="lin" valueType="num">
                                      <p:cBhvr>
                                        <p:cTn id="89" dur="500" fill="hold"/>
                                        <p:tgtEl>
                                          <p:spTgt spid="15"/>
                                        </p:tgtEl>
                                        <p:attrNameLst>
                                          <p:attrName>ppt_w</p:attrName>
                                        </p:attrNameLst>
                                      </p:cBhvr>
                                      <p:tavLst>
                                        <p:tav tm="0">
                                          <p:val>
                                            <p:fltVal val="0"/>
                                          </p:val>
                                        </p:tav>
                                        <p:tav tm="100000">
                                          <p:val>
                                            <p:strVal val="#ppt_w"/>
                                          </p:val>
                                        </p:tav>
                                      </p:tavLst>
                                    </p:anim>
                                    <p:anim calcmode="lin" valueType="num">
                                      <p:cBhvr>
                                        <p:cTn id="90" dur="500" fill="hold"/>
                                        <p:tgtEl>
                                          <p:spTgt spid="15"/>
                                        </p:tgtEl>
                                        <p:attrNameLst>
                                          <p:attrName>ppt_h</p:attrName>
                                        </p:attrNameLst>
                                      </p:cBhvr>
                                      <p:tavLst>
                                        <p:tav tm="0">
                                          <p:val>
                                            <p:fltVal val="0"/>
                                          </p:val>
                                        </p:tav>
                                        <p:tav tm="100000">
                                          <p:val>
                                            <p:strVal val="#ppt_h"/>
                                          </p:val>
                                        </p:tav>
                                      </p:tavLst>
                                    </p:anim>
                                    <p:animEffect transition="in" filter="fade">
                                      <p:cBhvr>
                                        <p:cTn id="91" dur="500"/>
                                        <p:tgtEl>
                                          <p:spTgt spid="15"/>
                                        </p:tgtEl>
                                      </p:cBhvr>
                                    </p:animEffect>
                                  </p:childTnLst>
                                </p:cTn>
                              </p:par>
                            </p:childTnLst>
                          </p:cTn>
                        </p:par>
                        <p:par>
                          <p:cTn id="92" fill="hold">
                            <p:stCondLst>
                              <p:cond delay="7750"/>
                            </p:stCondLst>
                            <p:childTnLst>
                              <p:par>
                                <p:cTn id="93" presetID="53" presetClass="entr" presetSubtype="16" fill="hold" nodeType="afterEffect">
                                  <p:stCondLst>
                                    <p:cond delay="0"/>
                                  </p:stCondLst>
                                  <p:childTnLst>
                                    <p:set>
                                      <p:cBhvr>
                                        <p:cTn id="94" dur="1" fill="hold">
                                          <p:stCondLst>
                                            <p:cond delay="0"/>
                                          </p:stCondLst>
                                        </p:cTn>
                                        <p:tgtEl>
                                          <p:spTgt spid="18"/>
                                        </p:tgtEl>
                                        <p:attrNameLst>
                                          <p:attrName>style.visibility</p:attrName>
                                        </p:attrNameLst>
                                      </p:cBhvr>
                                      <p:to>
                                        <p:strVal val="visible"/>
                                      </p:to>
                                    </p:set>
                                    <p:anim calcmode="lin" valueType="num">
                                      <p:cBhvr>
                                        <p:cTn id="95" dur="500" fill="hold"/>
                                        <p:tgtEl>
                                          <p:spTgt spid="18"/>
                                        </p:tgtEl>
                                        <p:attrNameLst>
                                          <p:attrName>ppt_w</p:attrName>
                                        </p:attrNameLst>
                                      </p:cBhvr>
                                      <p:tavLst>
                                        <p:tav tm="0">
                                          <p:val>
                                            <p:fltVal val="0"/>
                                          </p:val>
                                        </p:tav>
                                        <p:tav tm="100000">
                                          <p:val>
                                            <p:strVal val="#ppt_w"/>
                                          </p:val>
                                        </p:tav>
                                      </p:tavLst>
                                    </p:anim>
                                    <p:anim calcmode="lin" valueType="num">
                                      <p:cBhvr>
                                        <p:cTn id="96" dur="500" fill="hold"/>
                                        <p:tgtEl>
                                          <p:spTgt spid="18"/>
                                        </p:tgtEl>
                                        <p:attrNameLst>
                                          <p:attrName>ppt_h</p:attrName>
                                        </p:attrNameLst>
                                      </p:cBhvr>
                                      <p:tavLst>
                                        <p:tav tm="0">
                                          <p:val>
                                            <p:fltVal val="0"/>
                                          </p:val>
                                        </p:tav>
                                        <p:tav tm="100000">
                                          <p:val>
                                            <p:strVal val="#ppt_h"/>
                                          </p:val>
                                        </p:tav>
                                      </p:tavLst>
                                    </p:anim>
                                    <p:animEffect transition="in" filter="fade">
                                      <p:cBhvr>
                                        <p:cTn id="97" dur="500"/>
                                        <p:tgtEl>
                                          <p:spTgt spid="18"/>
                                        </p:tgtEl>
                                      </p:cBhvr>
                                    </p:animEffect>
                                  </p:childTnLst>
                                </p:cTn>
                              </p:par>
                            </p:childTnLst>
                          </p:cTn>
                        </p:par>
                        <p:par>
                          <p:cTn id="98" fill="hold">
                            <p:stCondLst>
                              <p:cond delay="8250"/>
                            </p:stCondLst>
                            <p:childTnLst>
                              <p:par>
                                <p:cTn id="99" presetID="53" presetClass="entr" presetSubtype="16" fill="hold" grpId="0" nodeType="afterEffect">
                                  <p:stCondLst>
                                    <p:cond delay="0"/>
                                  </p:stCondLst>
                                  <p:childTnLst>
                                    <p:set>
                                      <p:cBhvr>
                                        <p:cTn id="100" dur="1" fill="hold">
                                          <p:stCondLst>
                                            <p:cond delay="0"/>
                                          </p:stCondLst>
                                        </p:cTn>
                                        <p:tgtEl>
                                          <p:spTgt spid="19"/>
                                        </p:tgtEl>
                                        <p:attrNameLst>
                                          <p:attrName>style.visibility</p:attrName>
                                        </p:attrNameLst>
                                      </p:cBhvr>
                                      <p:to>
                                        <p:strVal val="visible"/>
                                      </p:to>
                                    </p:set>
                                    <p:anim calcmode="lin" valueType="num">
                                      <p:cBhvr>
                                        <p:cTn id="101" dur="500" fill="hold"/>
                                        <p:tgtEl>
                                          <p:spTgt spid="19"/>
                                        </p:tgtEl>
                                        <p:attrNameLst>
                                          <p:attrName>ppt_w</p:attrName>
                                        </p:attrNameLst>
                                      </p:cBhvr>
                                      <p:tavLst>
                                        <p:tav tm="0">
                                          <p:val>
                                            <p:fltVal val="0"/>
                                          </p:val>
                                        </p:tav>
                                        <p:tav tm="100000">
                                          <p:val>
                                            <p:strVal val="#ppt_w"/>
                                          </p:val>
                                        </p:tav>
                                      </p:tavLst>
                                    </p:anim>
                                    <p:anim calcmode="lin" valueType="num">
                                      <p:cBhvr>
                                        <p:cTn id="102" dur="500" fill="hold"/>
                                        <p:tgtEl>
                                          <p:spTgt spid="19"/>
                                        </p:tgtEl>
                                        <p:attrNameLst>
                                          <p:attrName>ppt_h</p:attrName>
                                        </p:attrNameLst>
                                      </p:cBhvr>
                                      <p:tavLst>
                                        <p:tav tm="0">
                                          <p:val>
                                            <p:fltVal val="0"/>
                                          </p:val>
                                        </p:tav>
                                        <p:tav tm="100000">
                                          <p:val>
                                            <p:strVal val="#ppt_h"/>
                                          </p:val>
                                        </p:tav>
                                      </p:tavLst>
                                    </p:anim>
                                    <p:animEffect transition="in" filter="fade">
                                      <p:cBhvr>
                                        <p:cTn id="103" dur="500"/>
                                        <p:tgtEl>
                                          <p:spTgt spid="19"/>
                                        </p:tgtEl>
                                      </p:cBhvr>
                                    </p:animEffect>
                                  </p:childTnLst>
                                </p:cTn>
                              </p:par>
                            </p:childTnLst>
                          </p:cTn>
                        </p:par>
                        <p:par>
                          <p:cTn id="104" fill="hold">
                            <p:stCondLst>
                              <p:cond delay="8750"/>
                            </p:stCondLst>
                            <p:childTnLst>
                              <p:par>
                                <p:cTn id="105" presetID="53" presetClass="entr" presetSubtype="16" fill="hold" grpId="0" nodeType="afterEffect">
                                  <p:stCondLst>
                                    <p:cond delay="0"/>
                                  </p:stCondLst>
                                  <p:childTnLst>
                                    <p:set>
                                      <p:cBhvr>
                                        <p:cTn id="106" dur="1" fill="hold">
                                          <p:stCondLst>
                                            <p:cond delay="0"/>
                                          </p:stCondLst>
                                        </p:cTn>
                                        <p:tgtEl>
                                          <p:spTgt spid="20"/>
                                        </p:tgtEl>
                                        <p:attrNameLst>
                                          <p:attrName>style.visibility</p:attrName>
                                        </p:attrNameLst>
                                      </p:cBhvr>
                                      <p:to>
                                        <p:strVal val="visible"/>
                                      </p:to>
                                    </p:set>
                                    <p:anim calcmode="lin" valueType="num">
                                      <p:cBhvr>
                                        <p:cTn id="107" dur="500" fill="hold"/>
                                        <p:tgtEl>
                                          <p:spTgt spid="20"/>
                                        </p:tgtEl>
                                        <p:attrNameLst>
                                          <p:attrName>ppt_w</p:attrName>
                                        </p:attrNameLst>
                                      </p:cBhvr>
                                      <p:tavLst>
                                        <p:tav tm="0">
                                          <p:val>
                                            <p:fltVal val="0"/>
                                          </p:val>
                                        </p:tav>
                                        <p:tav tm="100000">
                                          <p:val>
                                            <p:strVal val="#ppt_w"/>
                                          </p:val>
                                        </p:tav>
                                      </p:tavLst>
                                    </p:anim>
                                    <p:anim calcmode="lin" valueType="num">
                                      <p:cBhvr>
                                        <p:cTn id="108" dur="500" fill="hold"/>
                                        <p:tgtEl>
                                          <p:spTgt spid="20"/>
                                        </p:tgtEl>
                                        <p:attrNameLst>
                                          <p:attrName>ppt_h</p:attrName>
                                        </p:attrNameLst>
                                      </p:cBhvr>
                                      <p:tavLst>
                                        <p:tav tm="0">
                                          <p:val>
                                            <p:fltVal val="0"/>
                                          </p:val>
                                        </p:tav>
                                        <p:tav tm="100000">
                                          <p:val>
                                            <p:strVal val="#ppt_h"/>
                                          </p:val>
                                        </p:tav>
                                      </p:tavLst>
                                    </p:anim>
                                    <p:animEffect transition="in" filter="fade">
                                      <p:cBhvr>
                                        <p:cTn id="10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8" grpId="0" animBg="1"/>
      <p:bldP spid="9" grpId="0" animBg="1"/>
      <p:bldP spid="11" grpId="0" animBg="1"/>
      <p:bldP spid="12" grpId="0" animBg="1"/>
      <p:bldP spid="14" grpId="0" animBg="1"/>
      <p:bldP spid="15" grpId="0" animBg="1"/>
      <p:bldP spid="16" grpId="0"/>
      <p:bldP spid="19" grpId="0" animBg="1"/>
      <p:bldP spid="2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4837" y="410171"/>
            <a:ext cx="4725492" cy="590649"/>
          </a:xfrm>
          <a:prstGeom prst="rect">
            <a:avLst/>
          </a:prstGeom>
          <a:noFill/>
          <a:ln/>
        </p:spPr>
        <p:txBody>
          <a:bodyPr wrap="none" lIns="0" tIns="0" rIns="0" bIns="0" rtlCol="0" anchor="t"/>
          <a:lstStyle/>
          <a:p>
            <a:pPr>
              <a:lnSpc>
                <a:spcPts val="4625"/>
              </a:lnSpc>
            </a:pPr>
            <a:r>
              <a:rPr lang="en-US" sz="3708" dirty="0">
                <a:solidFill>
                  <a:srgbClr val="272D45"/>
                </a:solidFill>
                <a:latin typeface="Kanit Light" pitchFamily="34" charset="0"/>
                <a:ea typeface="Kanit Light" pitchFamily="34" charset="-122"/>
                <a:cs typeface="Kanit Light" pitchFamily="34" charset="-120"/>
              </a:rPr>
              <a:t>Training Evaluation</a:t>
            </a:r>
            <a:endParaRPr lang="en-US" sz="3708" dirty="0"/>
          </a:p>
        </p:txBody>
      </p:sp>
      <p:grpSp>
        <p:nvGrpSpPr>
          <p:cNvPr id="27" name="Group 26">
            <a:extLst>
              <a:ext uri="{FF2B5EF4-FFF2-40B4-BE49-F238E27FC236}">
                <a16:creationId xmlns:a16="http://schemas.microsoft.com/office/drawing/2014/main" id="{27E38C51-5D71-A5AC-BECA-F20F2E9D4DC6}"/>
              </a:ext>
            </a:extLst>
          </p:cNvPr>
          <p:cNvGrpSpPr/>
          <p:nvPr/>
        </p:nvGrpSpPr>
        <p:grpSpPr>
          <a:xfrm>
            <a:off x="7077802" y="2770553"/>
            <a:ext cx="5283921" cy="3022684"/>
            <a:chOff x="7287550" y="2841516"/>
            <a:chExt cx="5082969" cy="2948453"/>
          </a:xfrm>
        </p:grpSpPr>
        <p:sp>
          <p:nvSpPr>
            <p:cNvPr id="4" name="Text 2"/>
            <p:cNvSpPr/>
            <p:nvPr/>
          </p:nvSpPr>
          <p:spPr>
            <a:xfrm>
              <a:off x="7287550" y="2841516"/>
              <a:ext cx="4825703" cy="369333"/>
            </a:xfrm>
            <a:prstGeom prst="rect">
              <a:avLst/>
            </a:prstGeom>
            <a:noFill/>
            <a:ln/>
          </p:spPr>
          <p:txBody>
            <a:bodyPr wrap="square" lIns="0" tIns="0" rIns="0" bIns="0" rtlCol="0" anchor="t"/>
            <a:lstStyle/>
            <a:p>
              <a:pPr>
                <a:lnSpc>
                  <a:spcPts val="2375"/>
                </a:lnSpc>
              </a:pPr>
              <a:r>
                <a:rPr lang="en-US" sz="1400" dirty="0">
                  <a:solidFill>
                    <a:srgbClr val="2C3249"/>
                  </a:solidFill>
                  <a:latin typeface="Martel Sans" pitchFamily="34" charset="0"/>
                  <a:ea typeface="Martel Sans" pitchFamily="34" charset="-122"/>
                  <a:cs typeface="Martel Sans" pitchFamily="34" charset="-120"/>
                </a:rPr>
                <a:t>How participants feel about the training session.</a:t>
              </a:r>
              <a:endParaRPr lang="en-US" sz="1400" dirty="0"/>
            </a:p>
          </p:txBody>
        </p:sp>
        <p:sp>
          <p:nvSpPr>
            <p:cNvPr id="8" name="Text 5"/>
            <p:cNvSpPr/>
            <p:nvPr/>
          </p:nvSpPr>
          <p:spPr>
            <a:xfrm>
              <a:off x="7665387" y="3708290"/>
              <a:ext cx="4333132" cy="604838"/>
            </a:xfrm>
            <a:prstGeom prst="rect">
              <a:avLst/>
            </a:prstGeom>
            <a:noFill/>
            <a:ln/>
          </p:spPr>
          <p:txBody>
            <a:bodyPr wrap="square" lIns="0" tIns="0" rIns="0" bIns="0" rtlCol="0" anchor="t"/>
            <a:lstStyle/>
            <a:p>
              <a:pPr>
                <a:lnSpc>
                  <a:spcPts val="2375"/>
                </a:lnSpc>
              </a:pPr>
              <a:r>
                <a:rPr lang="en-US" sz="1400" dirty="0">
                  <a:solidFill>
                    <a:srgbClr val="2C3249"/>
                  </a:solidFill>
                  <a:latin typeface="Martel Sans" pitchFamily="34" charset="0"/>
                  <a:ea typeface="Martel Sans" pitchFamily="34" charset="-122"/>
                  <a:cs typeface="Martel Sans" pitchFamily="34" charset="-120"/>
                </a:rPr>
                <a:t>What knowledge and skills were gained in session.</a:t>
              </a:r>
              <a:endParaRPr lang="en-US" sz="1400" dirty="0"/>
            </a:p>
          </p:txBody>
        </p:sp>
        <p:sp>
          <p:nvSpPr>
            <p:cNvPr id="12" name="Text 8"/>
            <p:cNvSpPr/>
            <p:nvPr/>
          </p:nvSpPr>
          <p:spPr>
            <a:xfrm>
              <a:off x="7953537" y="4440751"/>
              <a:ext cx="3953868" cy="382287"/>
            </a:xfrm>
            <a:prstGeom prst="rect">
              <a:avLst/>
            </a:prstGeom>
            <a:noFill/>
            <a:ln/>
          </p:spPr>
          <p:txBody>
            <a:bodyPr wrap="square" lIns="0" tIns="0" rIns="0" bIns="0" rtlCol="0" anchor="t"/>
            <a:lstStyle/>
            <a:p>
              <a:pPr>
                <a:lnSpc>
                  <a:spcPts val="2375"/>
                </a:lnSpc>
              </a:pPr>
              <a:r>
                <a:rPr lang="en-US" sz="1400" dirty="0">
                  <a:solidFill>
                    <a:srgbClr val="2C3249"/>
                  </a:solidFill>
                  <a:latin typeface="Martel Sans" pitchFamily="34" charset="0"/>
                  <a:ea typeface="Martel Sans" pitchFamily="34" charset="-122"/>
                  <a:cs typeface="Martel Sans" pitchFamily="34" charset="-120"/>
                </a:rPr>
                <a:t> How the training is applied on the job over time.</a:t>
              </a:r>
              <a:endParaRPr lang="en-US" sz="1400" dirty="0"/>
            </a:p>
          </p:txBody>
        </p:sp>
        <p:sp>
          <p:nvSpPr>
            <p:cNvPr id="16" name="Text 11"/>
            <p:cNvSpPr/>
            <p:nvPr/>
          </p:nvSpPr>
          <p:spPr>
            <a:xfrm>
              <a:off x="8340550" y="5185131"/>
              <a:ext cx="4029969" cy="604838"/>
            </a:xfrm>
            <a:prstGeom prst="rect">
              <a:avLst/>
            </a:prstGeom>
            <a:noFill/>
            <a:ln/>
          </p:spPr>
          <p:txBody>
            <a:bodyPr wrap="square" lIns="0" tIns="0" rIns="0" bIns="0" rtlCol="0" anchor="t"/>
            <a:lstStyle/>
            <a:p>
              <a:pPr>
                <a:lnSpc>
                  <a:spcPts val="2375"/>
                </a:lnSpc>
              </a:pPr>
              <a:r>
                <a:rPr lang="en-US" sz="1400" dirty="0">
                  <a:solidFill>
                    <a:srgbClr val="2C3249"/>
                  </a:solidFill>
                  <a:latin typeface="Martel Sans" pitchFamily="34" charset="0"/>
                  <a:ea typeface="Martel Sans" pitchFamily="34" charset="-122"/>
                  <a:cs typeface="Martel Sans" pitchFamily="34" charset="-120"/>
                </a:rPr>
                <a:t>The impact on business outcomes after training.</a:t>
              </a:r>
              <a:endParaRPr lang="en-US" sz="1400" dirty="0"/>
            </a:p>
          </p:txBody>
        </p:sp>
      </p:grpSp>
      <p:grpSp>
        <p:nvGrpSpPr>
          <p:cNvPr id="47" name="Group 46">
            <a:extLst>
              <a:ext uri="{FF2B5EF4-FFF2-40B4-BE49-F238E27FC236}">
                <a16:creationId xmlns:a16="http://schemas.microsoft.com/office/drawing/2014/main" id="{3CCAE376-971A-58B6-AD6C-3AF3C7627625}"/>
              </a:ext>
            </a:extLst>
          </p:cNvPr>
          <p:cNvGrpSpPr/>
          <p:nvPr/>
        </p:nvGrpSpPr>
        <p:grpSpPr>
          <a:xfrm>
            <a:off x="5642940" y="2099918"/>
            <a:ext cx="1434863" cy="1368751"/>
            <a:chOff x="5642940" y="2099918"/>
            <a:chExt cx="1434863" cy="1368751"/>
          </a:xfrm>
        </p:grpSpPr>
        <p:sp>
          <p:nvSpPr>
            <p:cNvPr id="28" name="Freeform: Shape 27">
              <a:extLst>
                <a:ext uri="{FF2B5EF4-FFF2-40B4-BE49-F238E27FC236}">
                  <a16:creationId xmlns:a16="http://schemas.microsoft.com/office/drawing/2014/main" id="{3518D22A-8B55-43E8-BB1C-AC6BD072ED2D}"/>
                </a:ext>
              </a:extLst>
            </p:cNvPr>
            <p:cNvSpPr/>
            <p:nvPr/>
          </p:nvSpPr>
          <p:spPr>
            <a:xfrm>
              <a:off x="5642940" y="2099918"/>
              <a:ext cx="1434863" cy="1368751"/>
            </a:xfrm>
            <a:custGeom>
              <a:avLst/>
              <a:gdLst>
                <a:gd name="connsiteX0" fmla="*/ 808366 w 1616732"/>
                <a:gd name="connsiteY0" fmla="*/ 0 h 1554957"/>
                <a:gd name="connsiteX1" fmla="*/ 1616732 w 1616732"/>
                <a:gd name="connsiteY1" fmla="*/ 1554957 h 1554957"/>
                <a:gd name="connsiteX2" fmla="*/ 0 w 1616732"/>
                <a:gd name="connsiteY2" fmla="*/ 1554957 h 1554957"/>
                <a:gd name="connsiteX3" fmla="*/ 808366 w 1616732"/>
                <a:gd name="connsiteY3" fmla="*/ 0 h 1554957"/>
              </a:gdLst>
              <a:ahLst/>
              <a:cxnLst>
                <a:cxn ang="0">
                  <a:pos x="connsiteX0" y="connsiteY0"/>
                </a:cxn>
                <a:cxn ang="0">
                  <a:pos x="connsiteX1" y="connsiteY1"/>
                </a:cxn>
                <a:cxn ang="0">
                  <a:pos x="connsiteX2" y="connsiteY2"/>
                </a:cxn>
                <a:cxn ang="0">
                  <a:pos x="connsiteX3" y="connsiteY3"/>
                </a:cxn>
              </a:cxnLst>
              <a:rect l="l" t="t" r="r" b="b"/>
              <a:pathLst>
                <a:path w="1616732" h="1554957">
                  <a:moveTo>
                    <a:pt x="808366" y="0"/>
                  </a:moveTo>
                  <a:lnTo>
                    <a:pt x="1616732" y="1554957"/>
                  </a:lnTo>
                  <a:lnTo>
                    <a:pt x="0" y="1554957"/>
                  </a:lnTo>
                  <a:lnTo>
                    <a:pt x="808366" y="0"/>
                  </a:lnTo>
                  <a:close/>
                </a:path>
              </a:pathLst>
            </a:custGeom>
            <a:solidFill>
              <a:srgbClr val="DBF1E5">
                <a:alpha val="73000"/>
              </a:srgbClr>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32" name="TextBox 31">
              <a:extLst>
                <a:ext uri="{FF2B5EF4-FFF2-40B4-BE49-F238E27FC236}">
                  <a16:creationId xmlns:a16="http://schemas.microsoft.com/office/drawing/2014/main" id="{373204BE-02E3-0425-6D16-41366EAA39F3}"/>
                </a:ext>
              </a:extLst>
            </p:cNvPr>
            <p:cNvSpPr txBox="1"/>
            <p:nvPr/>
          </p:nvSpPr>
          <p:spPr>
            <a:xfrm>
              <a:off x="5888509" y="2864458"/>
              <a:ext cx="943724" cy="307777"/>
            </a:xfrm>
            <a:prstGeom prst="rect">
              <a:avLst/>
            </a:prstGeom>
            <a:noFill/>
          </p:spPr>
          <p:txBody>
            <a:bodyPr wrap="square" rtlCol="0">
              <a:spAutoFit/>
            </a:bodyPr>
            <a:lstStyle/>
            <a:p>
              <a:pPr algn="ctr"/>
              <a:r>
                <a:rPr lang="en-IN" sz="1400" b="1" dirty="0">
                  <a:solidFill>
                    <a:schemeClr val="tx1">
                      <a:lumMod val="65000"/>
                      <a:lumOff val="35000"/>
                    </a:schemeClr>
                  </a:solidFill>
                </a:rPr>
                <a:t>Reaction</a:t>
              </a:r>
            </a:p>
          </p:txBody>
        </p:sp>
      </p:grpSp>
      <p:grpSp>
        <p:nvGrpSpPr>
          <p:cNvPr id="48" name="Group 47">
            <a:extLst>
              <a:ext uri="{FF2B5EF4-FFF2-40B4-BE49-F238E27FC236}">
                <a16:creationId xmlns:a16="http://schemas.microsoft.com/office/drawing/2014/main" id="{D6BD5222-13D6-9100-5962-4766F83E791A}"/>
              </a:ext>
            </a:extLst>
          </p:cNvPr>
          <p:cNvGrpSpPr/>
          <p:nvPr/>
        </p:nvGrpSpPr>
        <p:grpSpPr>
          <a:xfrm>
            <a:off x="5250166" y="3573473"/>
            <a:ext cx="2220411" cy="644550"/>
            <a:chOff x="5250166" y="3573473"/>
            <a:chExt cx="2220411" cy="644550"/>
          </a:xfrm>
        </p:grpSpPr>
        <p:sp>
          <p:nvSpPr>
            <p:cNvPr id="29" name="Freeform: Shape 28">
              <a:extLst>
                <a:ext uri="{FF2B5EF4-FFF2-40B4-BE49-F238E27FC236}">
                  <a16:creationId xmlns:a16="http://schemas.microsoft.com/office/drawing/2014/main" id="{06F245B4-AC68-0D2A-086D-8EF4AE2634AE}"/>
                </a:ext>
              </a:extLst>
            </p:cNvPr>
            <p:cNvSpPr/>
            <p:nvPr/>
          </p:nvSpPr>
          <p:spPr>
            <a:xfrm>
              <a:off x="5250166" y="3573473"/>
              <a:ext cx="2220411" cy="644550"/>
            </a:xfrm>
            <a:custGeom>
              <a:avLst/>
              <a:gdLst>
                <a:gd name="connsiteX0" fmla="*/ 380662 w 2501849"/>
                <a:gd name="connsiteY0" fmla="*/ 0 h 732235"/>
                <a:gd name="connsiteX1" fmla="*/ 2121186 w 2501849"/>
                <a:gd name="connsiteY1" fmla="*/ 0 h 732235"/>
                <a:gd name="connsiteX2" fmla="*/ 2501849 w 2501849"/>
                <a:gd name="connsiteY2" fmla="*/ 732235 h 732235"/>
                <a:gd name="connsiteX3" fmla="*/ 0 w 2501849"/>
                <a:gd name="connsiteY3" fmla="*/ 732235 h 732235"/>
                <a:gd name="connsiteX4" fmla="*/ 380662 w 2501849"/>
                <a:gd name="connsiteY4" fmla="*/ 0 h 732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1849" h="732235">
                  <a:moveTo>
                    <a:pt x="380662" y="0"/>
                  </a:moveTo>
                  <a:lnTo>
                    <a:pt x="2121186" y="0"/>
                  </a:lnTo>
                  <a:lnTo>
                    <a:pt x="2501849" y="732235"/>
                  </a:lnTo>
                  <a:lnTo>
                    <a:pt x="0" y="732235"/>
                  </a:lnTo>
                  <a:lnTo>
                    <a:pt x="380662" y="0"/>
                  </a:lnTo>
                  <a:close/>
                </a:path>
              </a:pathLst>
            </a:custGeom>
            <a:solidFill>
              <a:srgbClr val="ACDEC3">
                <a:alpha val="84000"/>
              </a:srgbClr>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33" name="TextBox 32">
              <a:extLst>
                <a:ext uri="{FF2B5EF4-FFF2-40B4-BE49-F238E27FC236}">
                  <a16:creationId xmlns:a16="http://schemas.microsoft.com/office/drawing/2014/main" id="{8A320DB2-6297-8C46-62FA-FCB4D1ABAACC}"/>
                </a:ext>
              </a:extLst>
            </p:cNvPr>
            <p:cNvSpPr txBox="1"/>
            <p:nvPr/>
          </p:nvSpPr>
          <p:spPr>
            <a:xfrm>
              <a:off x="5841151" y="3718423"/>
              <a:ext cx="943724" cy="307777"/>
            </a:xfrm>
            <a:prstGeom prst="rect">
              <a:avLst/>
            </a:prstGeom>
            <a:noFill/>
          </p:spPr>
          <p:txBody>
            <a:bodyPr wrap="square" rtlCol="0">
              <a:spAutoFit/>
            </a:bodyPr>
            <a:lstStyle/>
            <a:p>
              <a:pPr algn="ctr"/>
              <a:r>
                <a:rPr lang="en-IN" sz="1400" b="1" dirty="0"/>
                <a:t>Learning</a:t>
              </a:r>
            </a:p>
          </p:txBody>
        </p:sp>
      </p:grpSp>
      <p:grpSp>
        <p:nvGrpSpPr>
          <p:cNvPr id="49" name="Group 48">
            <a:extLst>
              <a:ext uri="{FF2B5EF4-FFF2-40B4-BE49-F238E27FC236}">
                <a16:creationId xmlns:a16="http://schemas.microsoft.com/office/drawing/2014/main" id="{00891C96-C50E-0D84-00DC-AC0428D68736}"/>
              </a:ext>
            </a:extLst>
          </p:cNvPr>
          <p:cNvGrpSpPr/>
          <p:nvPr/>
        </p:nvGrpSpPr>
        <p:grpSpPr>
          <a:xfrm>
            <a:off x="4857392" y="4322827"/>
            <a:ext cx="3005959" cy="644549"/>
            <a:chOff x="4857392" y="4322827"/>
            <a:chExt cx="3005959" cy="644549"/>
          </a:xfrm>
        </p:grpSpPr>
        <p:sp>
          <p:nvSpPr>
            <p:cNvPr id="30" name="Freeform: Shape 29">
              <a:extLst>
                <a:ext uri="{FF2B5EF4-FFF2-40B4-BE49-F238E27FC236}">
                  <a16:creationId xmlns:a16="http://schemas.microsoft.com/office/drawing/2014/main" id="{D820B225-2DA0-F289-D7DB-72FB119D0DA9}"/>
                </a:ext>
              </a:extLst>
            </p:cNvPr>
            <p:cNvSpPr/>
            <p:nvPr/>
          </p:nvSpPr>
          <p:spPr>
            <a:xfrm>
              <a:off x="4857392" y="4322827"/>
              <a:ext cx="3005959" cy="644549"/>
            </a:xfrm>
            <a:custGeom>
              <a:avLst/>
              <a:gdLst>
                <a:gd name="connsiteX0" fmla="*/ 380662 w 3386965"/>
                <a:gd name="connsiteY0" fmla="*/ 0 h 732234"/>
                <a:gd name="connsiteX1" fmla="*/ 3006303 w 3386965"/>
                <a:gd name="connsiteY1" fmla="*/ 0 h 732234"/>
                <a:gd name="connsiteX2" fmla="*/ 3386965 w 3386965"/>
                <a:gd name="connsiteY2" fmla="*/ 732234 h 732234"/>
                <a:gd name="connsiteX3" fmla="*/ 0 w 3386965"/>
                <a:gd name="connsiteY3" fmla="*/ 732234 h 732234"/>
                <a:gd name="connsiteX4" fmla="*/ 380662 w 3386965"/>
                <a:gd name="connsiteY4" fmla="*/ 0 h 732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86965" h="732234">
                  <a:moveTo>
                    <a:pt x="380662" y="0"/>
                  </a:moveTo>
                  <a:lnTo>
                    <a:pt x="3006303" y="0"/>
                  </a:lnTo>
                  <a:lnTo>
                    <a:pt x="3386965" y="732234"/>
                  </a:lnTo>
                  <a:lnTo>
                    <a:pt x="0" y="732234"/>
                  </a:lnTo>
                  <a:lnTo>
                    <a:pt x="380662" y="0"/>
                  </a:lnTo>
                  <a:close/>
                </a:path>
              </a:pathLst>
            </a:custGeom>
            <a:solidFill>
              <a:srgbClr val="69C593">
                <a:alpha val="73000"/>
              </a:srgbClr>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34" name="TextBox 33">
              <a:extLst>
                <a:ext uri="{FF2B5EF4-FFF2-40B4-BE49-F238E27FC236}">
                  <a16:creationId xmlns:a16="http://schemas.microsoft.com/office/drawing/2014/main" id="{5AB00B34-13CA-DA54-5C5B-C4C26DDC7081}"/>
                </a:ext>
              </a:extLst>
            </p:cNvPr>
            <p:cNvSpPr txBox="1"/>
            <p:nvPr/>
          </p:nvSpPr>
          <p:spPr>
            <a:xfrm>
              <a:off x="5823698" y="4452119"/>
              <a:ext cx="943724" cy="307777"/>
            </a:xfrm>
            <a:prstGeom prst="rect">
              <a:avLst/>
            </a:prstGeom>
            <a:noFill/>
          </p:spPr>
          <p:txBody>
            <a:bodyPr wrap="square" rtlCol="0">
              <a:spAutoFit/>
            </a:bodyPr>
            <a:lstStyle/>
            <a:p>
              <a:pPr algn="ctr"/>
              <a:r>
                <a:rPr lang="en-IN" sz="1400" b="1" dirty="0"/>
                <a:t>Behaviour</a:t>
              </a:r>
            </a:p>
          </p:txBody>
        </p:sp>
      </p:grpSp>
      <p:grpSp>
        <p:nvGrpSpPr>
          <p:cNvPr id="50" name="Group 49">
            <a:extLst>
              <a:ext uri="{FF2B5EF4-FFF2-40B4-BE49-F238E27FC236}">
                <a16:creationId xmlns:a16="http://schemas.microsoft.com/office/drawing/2014/main" id="{6F0B18E3-E258-B397-B828-DEC1F822E1E1}"/>
              </a:ext>
            </a:extLst>
          </p:cNvPr>
          <p:cNvGrpSpPr/>
          <p:nvPr/>
        </p:nvGrpSpPr>
        <p:grpSpPr>
          <a:xfrm>
            <a:off x="4424516" y="5072180"/>
            <a:ext cx="3871710" cy="721057"/>
            <a:chOff x="4424516" y="5072180"/>
            <a:chExt cx="3871710" cy="721057"/>
          </a:xfrm>
        </p:grpSpPr>
        <p:sp>
          <p:nvSpPr>
            <p:cNvPr id="31" name="Freeform: Shape 30">
              <a:extLst>
                <a:ext uri="{FF2B5EF4-FFF2-40B4-BE49-F238E27FC236}">
                  <a16:creationId xmlns:a16="http://schemas.microsoft.com/office/drawing/2014/main" id="{7BE16548-3037-429A-7B92-EB3D503161AE}"/>
                </a:ext>
              </a:extLst>
            </p:cNvPr>
            <p:cNvSpPr/>
            <p:nvPr/>
          </p:nvSpPr>
          <p:spPr>
            <a:xfrm>
              <a:off x="4424516" y="5072180"/>
              <a:ext cx="3871710" cy="721057"/>
            </a:xfrm>
            <a:custGeom>
              <a:avLst/>
              <a:gdLst>
                <a:gd name="connsiteX0" fmla="*/ 425847 w 4362450"/>
                <a:gd name="connsiteY0" fmla="*/ 0 h 819150"/>
                <a:gd name="connsiteX1" fmla="*/ 3936604 w 4362450"/>
                <a:gd name="connsiteY1" fmla="*/ 0 h 819150"/>
                <a:gd name="connsiteX2" fmla="*/ 4362450 w 4362450"/>
                <a:gd name="connsiteY2" fmla="*/ 819150 h 819150"/>
                <a:gd name="connsiteX3" fmla="*/ 0 w 4362450"/>
                <a:gd name="connsiteY3" fmla="*/ 819150 h 819150"/>
                <a:gd name="connsiteX4" fmla="*/ 425847 w 4362450"/>
                <a:gd name="connsiteY4" fmla="*/ 0 h 819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62450" h="819150">
                  <a:moveTo>
                    <a:pt x="425847" y="0"/>
                  </a:moveTo>
                  <a:lnTo>
                    <a:pt x="3936604" y="0"/>
                  </a:lnTo>
                  <a:lnTo>
                    <a:pt x="4362450" y="819150"/>
                  </a:lnTo>
                  <a:lnTo>
                    <a:pt x="0" y="819150"/>
                  </a:lnTo>
                  <a:lnTo>
                    <a:pt x="425847" y="0"/>
                  </a:lnTo>
                  <a:close/>
                </a:path>
              </a:pathLst>
            </a:custGeom>
            <a:solidFill>
              <a:srgbClr val="42A870">
                <a:alpha val="71000"/>
              </a:srgbClr>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35" name="TextBox 34">
              <a:extLst>
                <a:ext uri="{FF2B5EF4-FFF2-40B4-BE49-F238E27FC236}">
                  <a16:creationId xmlns:a16="http://schemas.microsoft.com/office/drawing/2014/main" id="{2BB19AE6-3B7C-D0C4-6FE5-7DA8CE1F745E}"/>
                </a:ext>
              </a:extLst>
            </p:cNvPr>
            <p:cNvSpPr txBox="1"/>
            <p:nvPr/>
          </p:nvSpPr>
          <p:spPr>
            <a:xfrm>
              <a:off x="5823697" y="5205061"/>
              <a:ext cx="943724" cy="307777"/>
            </a:xfrm>
            <a:prstGeom prst="rect">
              <a:avLst/>
            </a:prstGeom>
            <a:noFill/>
          </p:spPr>
          <p:txBody>
            <a:bodyPr wrap="square" rtlCol="0">
              <a:spAutoFit/>
            </a:bodyPr>
            <a:lstStyle/>
            <a:p>
              <a:pPr algn="ctr"/>
              <a:r>
                <a:rPr lang="en-IN" sz="1400" b="1" dirty="0"/>
                <a:t>Result</a:t>
              </a:r>
            </a:p>
          </p:txBody>
        </p:sp>
      </p:grpSp>
      <p:sp>
        <p:nvSpPr>
          <p:cNvPr id="38" name="TextBox 37">
            <a:extLst>
              <a:ext uri="{FF2B5EF4-FFF2-40B4-BE49-F238E27FC236}">
                <a16:creationId xmlns:a16="http://schemas.microsoft.com/office/drawing/2014/main" id="{20951A81-BA9F-16C4-2556-C5EA27E29044}"/>
              </a:ext>
            </a:extLst>
          </p:cNvPr>
          <p:cNvSpPr txBox="1"/>
          <p:nvPr/>
        </p:nvSpPr>
        <p:spPr>
          <a:xfrm>
            <a:off x="465783" y="2499031"/>
            <a:ext cx="4146039" cy="2708434"/>
          </a:xfrm>
          <a:prstGeom prst="rect">
            <a:avLst/>
          </a:prstGeom>
          <a:noFill/>
        </p:spPr>
        <p:txBody>
          <a:bodyPr wrap="square">
            <a:spAutoFit/>
          </a:bodyPr>
          <a:lstStyle/>
          <a:p>
            <a:pPr marR="0" lvl="0" rtl="0"/>
            <a:r>
              <a:rPr lang="en-IN" sz="1600" b="1" dirty="0">
                <a:solidFill>
                  <a:srgbClr val="2C3249"/>
                </a:solidFill>
                <a:latin typeface="Martel Sans" pitchFamily="34" charset="0"/>
                <a:cs typeface="Martel Sans" pitchFamily="34" charset="-120"/>
              </a:rPr>
              <a:t>TNA (Training Needs Analysis):</a:t>
            </a:r>
          </a:p>
          <a:p>
            <a:pPr marR="0" lvl="0" rtl="0"/>
            <a:r>
              <a:rPr lang="en-IN" sz="1400" dirty="0">
                <a:solidFill>
                  <a:srgbClr val="2C3249"/>
                </a:solidFill>
                <a:latin typeface="Martel Sans" pitchFamily="34" charset="0"/>
                <a:cs typeface="Martel Sans" pitchFamily="34" charset="-120"/>
              </a:rPr>
              <a:t>Identifying gaps in employee skills and knowledge.</a:t>
            </a:r>
          </a:p>
          <a:p>
            <a:pPr marR="0" lvl="0" rtl="0"/>
            <a:endParaRPr lang="en-IN" sz="1600" dirty="0">
              <a:solidFill>
                <a:srgbClr val="2C3249"/>
              </a:solidFill>
              <a:latin typeface="Martel Sans" pitchFamily="34" charset="0"/>
              <a:cs typeface="Martel Sans" pitchFamily="34" charset="-120"/>
            </a:endParaRPr>
          </a:p>
          <a:p>
            <a:r>
              <a:rPr lang="en-IN" sz="1600" b="1" dirty="0">
                <a:solidFill>
                  <a:srgbClr val="2C3249"/>
                </a:solidFill>
                <a:latin typeface="Martel Sans" pitchFamily="34" charset="0"/>
                <a:cs typeface="Martel Sans" pitchFamily="34" charset="-120"/>
              </a:rPr>
              <a:t>TNI (Training Needs Identification): </a:t>
            </a:r>
            <a:r>
              <a:rPr lang="en-IN" sz="1400" dirty="0">
                <a:solidFill>
                  <a:srgbClr val="2C3249"/>
                </a:solidFill>
                <a:latin typeface="Martel Sans" pitchFamily="34" charset="0"/>
                <a:cs typeface="Martel Sans" pitchFamily="34" charset="-120"/>
              </a:rPr>
              <a:t>Determining which skills need to be developed.</a:t>
            </a:r>
          </a:p>
          <a:p>
            <a:pPr marR="0" lvl="0" rtl="0"/>
            <a:endParaRPr lang="en-IN" sz="1600" dirty="0">
              <a:solidFill>
                <a:srgbClr val="2C3249"/>
              </a:solidFill>
              <a:latin typeface="Martel Sans" pitchFamily="34" charset="0"/>
              <a:cs typeface="Martel Sans" pitchFamily="34" charset="-120"/>
            </a:endParaRPr>
          </a:p>
          <a:p>
            <a:pPr marR="0" lvl="0"/>
            <a:r>
              <a:rPr lang="en-IN" sz="1600" b="1" dirty="0">
                <a:solidFill>
                  <a:srgbClr val="2C3249"/>
                </a:solidFill>
                <a:latin typeface="Martel Sans" pitchFamily="34" charset="0"/>
                <a:cs typeface="Martel Sans" pitchFamily="34" charset="-120"/>
              </a:rPr>
              <a:t>TNE (Training Needs Evaluation): </a:t>
            </a:r>
            <a:r>
              <a:rPr lang="en-IN" sz="1400" dirty="0">
                <a:solidFill>
                  <a:srgbClr val="2C3249"/>
                </a:solidFill>
                <a:latin typeface="Martel Sans" pitchFamily="34" charset="0"/>
                <a:cs typeface="Martel Sans" pitchFamily="34" charset="-120"/>
              </a:rPr>
              <a:t>Assessing if training goals were met and if further training is needed.</a:t>
            </a:r>
          </a:p>
          <a:p>
            <a:pPr marR="0" lvl="0" rtl="0"/>
            <a:endParaRPr lang="en-IN" sz="1600" b="0" i="0" u="none" strike="noStrike" kern="100" baseline="0" dirty="0">
              <a:solidFill>
                <a:srgbClr val="0F4761"/>
              </a:solidFill>
              <a:latin typeface="Times New Roman" panose="02020603050405020304" pitchFamily="18" charset="0"/>
            </a:endParaRPr>
          </a:p>
        </p:txBody>
      </p:sp>
      <p:sp>
        <p:nvSpPr>
          <p:cNvPr id="43" name="TextBox 42">
            <a:extLst>
              <a:ext uri="{FF2B5EF4-FFF2-40B4-BE49-F238E27FC236}">
                <a16:creationId xmlns:a16="http://schemas.microsoft.com/office/drawing/2014/main" id="{54217286-3ECC-5931-C8A3-5DA0011DBE51}"/>
              </a:ext>
            </a:extLst>
          </p:cNvPr>
          <p:cNvSpPr txBox="1"/>
          <p:nvPr/>
        </p:nvSpPr>
        <p:spPr>
          <a:xfrm>
            <a:off x="6634879" y="1724675"/>
            <a:ext cx="4484261" cy="369332"/>
          </a:xfrm>
          <a:prstGeom prst="rect">
            <a:avLst/>
          </a:prstGeom>
          <a:noFill/>
        </p:spPr>
        <p:txBody>
          <a:bodyPr wrap="square">
            <a:spAutoFit/>
          </a:bodyPr>
          <a:lstStyle/>
          <a:p>
            <a:pPr marR="0" lvl="0" rtl="0"/>
            <a:r>
              <a:rPr lang="en-IN" b="1" i="0" u="none" strike="noStrike" kern="100" baseline="0" dirty="0">
                <a:solidFill>
                  <a:srgbClr val="0F4761"/>
                </a:solidFill>
                <a:latin typeface="Times New Roman" panose="02020603050405020304" pitchFamily="18" charset="0"/>
              </a:rPr>
              <a:t>Kirkpatrick Model of Training Evaluation:</a:t>
            </a:r>
          </a:p>
        </p:txBody>
      </p:sp>
      <p:sp>
        <p:nvSpPr>
          <p:cNvPr id="45" name="TextBox 44">
            <a:extLst>
              <a:ext uri="{FF2B5EF4-FFF2-40B4-BE49-F238E27FC236}">
                <a16:creationId xmlns:a16="http://schemas.microsoft.com/office/drawing/2014/main" id="{9A30A274-06FB-8069-DCA5-59F2B3030E0F}"/>
              </a:ext>
            </a:extLst>
          </p:cNvPr>
          <p:cNvSpPr txBox="1"/>
          <p:nvPr/>
        </p:nvSpPr>
        <p:spPr>
          <a:xfrm>
            <a:off x="1231490" y="1724675"/>
            <a:ext cx="1996050" cy="369332"/>
          </a:xfrm>
          <a:prstGeom prst="rect">
            <a:avLst/>
          </a:prstGeom>
          <a:noFill/>
        </p:spPr>
        <p:txBody>
          <a:bodyPr wrap="square">
            <a:spAutoFit/>
          </a:bodyPr>
          <a:lstStyle/>
          <a:p>
            <a:pPr marR="0" lvl="0" rtl="0"/>
            <a:r>
              <a:rPr lang="en-IN" b="1" i="0" u="none" strike="noStrike" kern="100" baseline="0" dirty="0">
                <a:solidFill>
                  <a:srgbClr val="0F4761"/>
                </a:solidFill>
                <a:latin typeface="Times New Roman" panose="02020603050405020304" pitchFamily="18" charset="0"/>
              </a:rPr>
              <a:t>Key Components:</a:t>
            </a:r>
          </a:p>
        </p:txBody>
      </p:sp>
      <p:sp>
        <p:nvSpPr>
          <p:cNvPr id="46" name="TextBox 45">
            <a:extLst>
              <a:ext uri="{FF2B5EF4-FFF2-40B4-BE49-F238E27FC236}">
                <a16:creationId xmlns:a16="http://schemas.microsoft.com/office/drawing/2014/main" id="{61DE142C-126B-2560-D558-D5D25B80EF3B}"/>
              </a:ext>
            </a:extLst>
          </p:cNvPr>
          <p:cNvSpPr txBox="1"/>
          <p:nvPr/>
        </p:nvSpPr>
        <p:spPr>
          <a:xfrm>
            <a:off x="1695803" y="1119883"/>
            <a:ext cx="9878153" cy="378630"/>
          </a:xfrm>
          <a:prstGeom prst="rect">
            <a:avLst/>
          </a:prstGeom>
          <a:noFill/>
        </p:spPr>
        <p:txBody>
          <a:bodyPr wrap="square">
            <a:spAutoFit/>
          </a:bodyPr>
          <a:lstStyle/>
          <a:p>
            <a:pPr marR="0" lvl="0" rtl="0"/>
            <a:r>
              <a:rPr lang="en-IN" b="0" i="0" u="none" strike="noStrike" kern="100" baseline="0" dirty="0">
                <a:solidFill>
                  <a:srgbClr val="0F4761"/>
                </a:solidFill>
                <a:latin typeface="Times New Roman" panose="02020603050405020304" pitchFamily="18" charset="0"/>
              </a:rPr>
              <a:t>Training evaluation measures how well training programs achieve desired outcomes</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25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par>
                          <p:cTn id="10" fill="hold">
                            <p:stCondLst>
                              <p:cond delay="750"/>
                            </p:stCondLst>
                            <p:childTnLst>
                              <p:par>
                                <p:cTn id="11" presetID="53" presetClass="entr" presetSubtype="16" fill="hold" grpId="0" nodeType="afterEffect">
                                  <p:stCondLst>
                                    <p:cond delay="0"/>
                                  </p:stCondLst>
                                  <p:childTnLst>
                                    <p:set>
                                      <p:cBhvr>
                                        <p:cTn id="12" dur="1" fill="hold">
                                          <p:stCondLst>
                                            <p:cond delay="0"/>
                                          </p:stCondLst>
                                        </p:cTn>
                                        <p:tgtEl>
                                          <p:spTgt spid="46"/>
                                        </p:tgtEl>
                                        <p:attrNameLst>
                                          <p:attrName>style.visibility</p:attrName>
                                        </p:attrNameLst>
                                      </p:cBhvr>
                                      <p:to>
                                        <p:strVal val="visible"/>
                                      </p:to>
                                    </p:set>
                                    <p:anim calcmode="lin" valueType="num">
                                      <p:cBhvr>
                                        <p:cTn id="13" dur="500" fill="hold"/>
                                        <p:tgtEl>
                                          <p:spTgt spid="46"/>
                                        </p:tgtEl>
                                        <p:attrNameLst>
                                          <p:attrName>ppt_w</p:attrName>
                                        </p:attrNameLst>
                                      </p:cBhvr>
                                      <p:tavLst>
                                        <p:tav tm="0">
                                          <p:val>
                                            <p:fltVal val="0"/>
                                          </p:val>
                                        </p:tav>
                                        <p:tav tm="100000">
                                          <p:val>
                                            <p:strVal val="#ppt_w"/>
                                          </p:val>
                                        </p:tav>
                                      </p:tavLst>
                                    </p:anim>
                                    <p:anim calcmode="lin" valueType="num">
                                      <p:cBhvr>
                                        <p:cTn id="14" dur="500" fill="hold"/>
                                        <p:tgtEl>
                                          <p:spTgt spid="46"/>
                                        </p:tgtEl>
                                        <p:attrNameLst>
                                          <p:attrName>ppt_h</p:attrName>
                                        </p:attrNameLst>
                                      </p:cBhvr>
                                      <p:tavLst>
                                        <p:tav tm="0">
                                          <p:val>
                                            <p:fltVal val="0"/>
                                          </p:val>
                                        </p:tav>
                                        <p:tav tm="100000">
                                          <p:val>
                                            <p:strVal val="#ppt_h"/>
                                          </p:val>
                                        </p:tav>
                                      </p:tavLst>
                                    </p:anim>
                                    <p:animEffect transition="in" filter="fade">
                                      <p:cBhvr>
                                        <p:cTn id="15" dur="500"/>
                                        <p:tgtEl>
                                          <p:spTgt spid="46"/>
                                        </p:tgtEl>
                                      </p:cBhvr>
                                    </p:animEffect>
                                  </p:childTnLst>
                                </p:cTn>
                              </p:par>
                            </p:childTnLst>
                          </p:cTn>
                        </p:par>
                        <p:par>
                          <p:cTn id="16" fill="hold">
                            <p:stCondLst>
                              <p:cond delay="1250"/>
                            </p:stCondLst>
                            <p:childTnLst>
                              <p:par>
                                <p:cTn id="17" presetID="53" presetClass="entr" presetSubtype="16" fill="hold" grpId="0" nodeType="afterEffect">
                                  <p:stCondLst>
                                    <p:cond delay="0"/>
                                  </p:stCondLst>
                                  <p:childTnLst>
                                    <p:set>
                                      <p:cBhvr>
                                        <p:cTn id="18" dur="1" fill="hold">
                                          <p:stCondLst>
                                            <p:cond delay="0"/>
                                          </p:stCondLst>
                                        </p:cTn>
                                        <p:tgtEl>
                                          <p:spTgt spid="45"/>
                                        </p:tgtEl>
                                        <p:attrNameLst>
                                          <p:attrName>style.visibility</p:attrName>
                                        </p:attrNameLst>
                                      </p:cBhvr>
                                      <p:to>
                                        <p:strVal val="visible"/>
                                      </p:to>
                                    </p:set>
                                    <p:anim calcmode="lin" valueType="num">
                                      <p:cBhvr>
                                        <p:cTn id="19" dur="500" fill="hold"/>
                                        <p:tgtEl>
                                          <p:spTgt spid="45"/>
                                        </p:tgtEl>
                                        <p:attrNameLst>
                                          <p:attrName>ppt_w</p:attrName>
                                        </p:attrNameLst>
                                      </p:cBhvr>
                                      <p:tavLst>
                                        <p:tav tm="0">
                                          <p:val>
                                            <p:fltVal val="0"/>
                                          </p:val>
                                        </p:tav>
                                        <p:tav tm="100000">
                                          <p:val>
                                            <p:strVal val="#ppt_w"/>
                                          </p:val>
                                        </p:tav>
                                      </p:tavLst>
                                    </p:anim>
                                    <p:anim calcmode="lin" valueType="num">
                                      <p:cBhvr>
                                        <p:cTn id="20" dur="500" fill="hold"/>
                                        <p:tgtEl>
                                          <p:spTgt spid="45"/>
                                        </p:tgtEl>
                                        <p:attrNameLst>
                                          <p:attrName>ppt_h</p:attrName>
                                        </p:attrNameLst>
                                      </p:cBhvr>
                                      <p:tavLst>
                                        <p:tav tm="0">
                                          <p:val>
                                            <p:fltVal val="0"/>
                                          </p:val>
                                        </p:tav>
                                        <p:tav tm="100000">
                                          <p:val>
                                            <p:strVal val="#ppt_h"/>
                                          </p:val>
                                        </p:tav>
                                      </p:tavLst>
                                    </p:anim>
                                    <p:animEffect transition="in" filter="fade">
                                      <p:cBhvr>
                                        <p:cTn id="21" dur="500"/>
                                        <p:tgtEl>
                                          <p:spTgt spid="45"/>
                                        </p:tgtEl>
                                      </p:cBhvr>
                                    </p:animEffect>
                                  </p:childTnLst>
                                </p:cTn>
                              </p:par>
                              <p:par>
                                <p:cTn id="22" presetID="53" presetClass="entr" presetSubtype="16" fill="hold" grpId="0" nodeType="withEffect">
                                  <p:stCondLst>
                                    <p:cond delay="500"/>
                                  </p:stCondLst>
                                  <p:childTnLst>
                                    <p:set>
                                      <p:cBhvr>
                                        <p:cTn id="23" dur="1" fill="hold">
                                          <p:stCondLst>
                                            <p:cond delay="0"/>
                                          </p:stCondLst>
                                        </p:cTn>
                                        <p:tgtEl>
                                          <p:spTgt spid="38"/>
                                        </p:tgtEl>
                                        <p:attrNameLst>
                                          <p:attrName>style.visibility</p:attrName>
                                        </p:attrNameLst>
                                      </p:cBhvr>
                                      <p:to>
                                        <p:strVal val="visible"/>
                                      </p:to>
                                    </p:set>
                                    <p:anim calcmode="lin" valueType="num">
                                      <p:cBhvr>
                                        <p:cTn id="24" dur="500" fill="hold"/>
                                        <p:tgtEl>
                                          <p:spTgt spid="38"/>
                                        </p:tgtEl>
                                        <p:attrNameLst>
                                          <p:attrName>ppt_w</p:attrName>
                                        </p:attrNameLst>
                                      </p:cBhvr>
                                      <p:tavLst>
                                        <p:tav tm="0">
                                          <p:val>
                                            <p:fltVal val="0"/>
                                          </p:val>
                                        </p:tav>
                                        <p:tav tm="100000">
                                          <p:val>
                                            <p:strVal val="#ppt_w"/>
                                          </p:val>
                                        </p:tav>
                                      </p:tavLst>
                                    </p:anim>
                                    <p:anim calcmode="lin" valueType="num">
                                      <p:cBhvr>
                                        <p:cTn id="25" dur="500" fill="hold"/>
                                        <p:tgtEl>
                                          <p:spTgt spid="38"/>
                                        </p:tgtEl>
                                        <p:attrNameLst>
                                          <p:attrName>ppt_h</p:attrName>
                                        </p:attrNameLst>
                                      </p:cBhvr>
                                      <p:tavLst>
                                        <p:tav tm="0">
                                          <p:val>
                                            <p:fltVal val="0"/>
                                          </p:val>
                                        </p:tav>
                                        <p:tav tm="100000">
                                          <p:val>
                                            <p:strVal val="#ppt_h"/>
                                          </p:val>
                                        </p:tav>
                                      </p:tavLst>
                                    </p:anim>
                                    <p:animEffect transition="in" filter="fade">
                                      <p:cBhvr>
                                        <p:cTn id="26" dur="500"/>
                                        <p:tgtEl>
                                          <p:spTgt spid="38"/>
                                        </p:tgtEl>
                                      </p:cBhvr>
                                    </p:animEffect>
                                  </p:childTnLst>
                                </p:cTn>
                              </p:par>
                            </p:childTnLst>
                          </p:cTn>
                        </p:par>
                        <p:par>
                          <p:cTn id="27" fill="hold">
                            <p:stCondLst>
                              <p:cond delay="2250"/>
                            </p:stCondLst>
                            <p:childTnLst>
                              <p:par>
                                <p:cTn id="28" presetID="53" presetClass="entr" presetSubtype="16" fill="hold" grpId="0" nodeType="afterEffect">
                                  <p:stCondLst>
                                    <p:cond delay="500"/>
                                  </p:stCondLst>
                                  <p:childTnLst>
                                    <p:set>
                                      <p:cBhvr>
                                        <p:cTn id="29" dur="1" fill="hold">
                                          <p:stCondLst>
                                            <p:cond delay="0"/>
                                          </p:stCondLst>
                                        </p:cTn>
                                        <p:tgtEl>
                                          <p:spTgt spid="43"/>
                                        </p:tgtEl>
                                        <p:attrNameLst>
                                          <p:attrName>style.visibility</p:attrName>
                                        </p:attrNameLst>
                                      </p:cBhvr>
                                      <p:to>
                                        <p:strVal val="visible"/>
                                      </p:to>
                                    </p:set>
                                    <p:anim calcmode="lin" valueType="num">
                                      <p:cBhvr>
                                        <p:cTn id="30" dur="500" fill="hold"/>
                                        <p:tgtEl>
                                          <p:spTgt spid="43"/>
                                        </p:tgtEl>
                                        <p:attrNameLst>
                                          <p:attrName>ppt_w</p:attrName>
                                        </p:attrNameLst>
                                      </p:cBhvr>
                                      <p:tavLst>
                                        <p:tav tm="0">
                                          <p:val>
                                            <p:fltVal val="0"/>
                                          </p:val>
                                        </p:tav>
                                        <p:tav tm="100000">
                                          <p:val>
                                            <p:strVal val="#ppt_w"/>
                                          </p:val>
                                        </p:tav>
                                      </p:tavLst>
                                    </p:anim>
                                    <p:anim calcmode="lin" valueType="num">
                                      <p:cBhvr>
                                        <p:cTn id="31" dur="500" fill="hold"/>
                                        <p:tgtEl>
                                          <p:spTgt spid="43"/>
                                        </p:tgtEl>
                                        <p:attrNameLst>
                                          <p:attrName>ppt_h</p:attrName>
                                        </p:attrNameLst>
                                      </p:cBhvr>
                                      <p:tavLst>
                                        <p:tav tm="0">
                                          <p:val>
                                            <p:fltVal val="0"/>
                                          </p:val>
                                        </p:tav>
                                        <p:tav tm="100000">
                                          <p:val>
                                            <p:strVal val="#ppt_h"/>
                                          </p:val>
                                        </p:tav>
                                      </p:tavLst>
                                    </p:anim>
                                    <p:animEffect transition="in" filter="fade">
                                      <p:cBhvr>
                                        <p:cTn id="32" dur="500"/>
                                        <p:tgtEl>
                                          <p:spTgt spid="43"/>
                                        </p:tgtEl>
                                      </p:cBhvr>
                                    </p:animEffect>
                                  </p:childTnLst>
                                </p:cTn>
                              </p:par>
                            </p:childTnLst>
                          </p:cTn>
                        </p:par>
                        <p:par>
                          <p:cTn id="33" fill="hold">
                            <p:stCondLst>
                              <p:cond delay="3250"/>
                            </p:stCondLst>
                            <p:childTnLst>
                              <p:par>
                                <p:cTn id="34" presetID="6" presetClass="entr" presetSubtype="32" fill="hold" nodeType="afterEffect">
                                  <p:stCondLst>
                                    <p:cond delay="250"/>
                                  </p:stCondLst>
                                  <p:childTnLst>
                                    <p:set>
                                      <p:cBhvr>
                                        <p:cTn id="35" dur="1" fill="hold">
                                          <p:stCondLst>
                                            <p:cond delay="0"/>
                                          </p:stCondLst>
                                        </p:cTn>
                                        <p:tgtEl>
                                          <p:spTgt spid="47"/>
                                        </p:tgtEl>
                                        <p:attrNameLst>
                                          <p:attrName>style.visibility</p:attrName>
                                        </p:attrNameLst>
                                      </p:cBhvr>
                                      <p:to>
                                        <p:strVal val="visible"/>
                                      </p:to>
                                    </p:set>
                                    <p:animEffect transition="in" filter="circle(out)">
                                      <p:cBhvr>
                                        <p:cTn id="36" dur="1500"/>
                                        <p:tgtEl>
                                          <p:spTgt spid="47"/>
                                        </p:tgtEl>
                                      </p:cBhvr>
                                    </p:animEffect>
                                  </p:childTnLst>
                                </p:cTn>
                              </p:par>
                            </p:childTnLst>
                          </p:cTn>
                        </p:par>
                        <p:par>
                          <p:cTn id="37" fill="hold">
                            <p:stCondLst>
                              <p:cond delay="5000"/>
                            </p:stCondLst>
                            <p:childTnLst>
                              <p:par>
                                <p:cTn id="38" presetID="6" presetClass="entr" presetSubtype="16" fill="hold" nodeType="afterEffect">
                                  <p:stCondLst>
                                    <p:cond delay="250"/>
                                  </p:stCondLst>
                                  <p:childTnLst>
                                    <p:set>
                                      <p:cBhvr>
                                        <p:cTn id="39" dur="1" fill="hold">
                                          <p:stCondLst>
                                            <p:cond delay="0"/>
                                          </p:stCondLst>
                                        </p:cTn>
                                        <p:tgtEl>
                                          <p:spTgt spid="48"/>
                                        </p:tgtEl>
                                        <p:attrNameLst>
                                          <p:attrName>style.visibility</p:attrName>
                                        </p:attrNameLst>
                                      </p:cBhvr>
                                      <p:to>
                                        <p:strVal val="visible"/>
                                      </p:to>
                                    </p:set>
                                    <p:animEffect transition="in" filter="circle(in)">
                                      <p:cBhvr>
                                        <p:cTn id="40" dur="1500"/>
                                        <p:tgtEl>
                                          <p:spTgt spid="48"/>
                                        </p:tgtEl>
                                      </p:cBhvr>
                                    </p:animEffect>
                                  </p:childTnLst>
                                </p:cTn>
                              </p:par>
                            </p:childTnLst>
                          </p:cTn>
                        </p:par>
                        <p:par>
                          <p:cTn id="41" fill="hold">
                            <p:stCondLst>
                              <p:cond delay="6750"/>
                            </p:stCondLst>
                            <p:childTnLst>
                              <p:par>
                                <p:cTn id="42" presetID="6" presetClass="entr" presetSubtype="16" fill="hold" nodeType="afterEffect">
                                  <p:stCondLst>
                                    <p:cond delay="250"/>
                                  </p:stCondLst>
                                  <p:childTnLst>
                                    <p:set>
                                      <p:cBhvr>
                                        <p:cTn id="43" dur="1" fill="hold">
                                          <p:stCondLst>
                                            <p:cond delay="0"/>
                                          </p:stCondLst>
                                        </p:cTn>
                                        <p:tgtEl>
                                          <p:spTgt spid="49"/>
                                        </p:tgtEl>
                                        <p:attrNameLst>
                                          <p:attrName>style.visibility</p:attrName>
                                        </p:attrNameLst>
                                      </p:cBhvr>
                                      <p:to>
                                        <p:strVal val="visible"/>
                                      </p:to>
                                    </p:set>
                                    <p:animEffect transition="in" filter="circle(in)">
                                      <p:cBhvr>
                                        <p:cTn id="44" dur="1500"/>
                                        <p:tgtEl>
                                          <p:spTgt spid="49"/>
                                        </p:tgtEl>
                                      </p:cBhvr>
                                    </p:animEffect>
                                  </p:childTnLst>
                                </p:cTn>
                              </p:par>
                            </p:childTnLst>
                          </p:cTn>
                        </p:par>
                        <p:par>
                          <p:cTn id="45" fill="hold">
                            <p:stCondLst>
                              <p:cond delay="8500"/>
                            </p:stCondLst>
                            <p:childTnLst>
                              <p:par>
                                <p:cTn id="46" presetID="6" presetClass="entr" presetSubtype="16" fill="hold" nodeType="afterEffect">
                                  <p:stCondLst>
                                    <p:cond delay="250"/>
                                  </p:stCondLst>
                                  <p:childTnLst>
                                    <p:set>
                                      <p:cBhvr>
                                        <p:cTn id="47" dur="1" fill="hold">
                                          <p:stCondLst>
                                            <p:cond delay="0"/>
                                          </p:stCondLst>
                                        </p:cTn>
                                        <p:tgtEl>
                                          <p:spTgt spid="50"/>
                                        </p:tgtEl>
                                        <p:attrNameLst>
                                          <p:attrName>style.visibility</p:attrName>
                                        </p:attrNameLst>
                                      </p:cBhvr>
                                      <p:to>
                                        <p:strVal val="visible"/>
                                      </p:to>
                                    </p:set>
                                    <p:animEffect transition="in" filter="circle(in)">
                                      <p:cBhvr>
                                        <p:cTn id="48" dur="1500"/>
                                        <p:tgtEl>
                                          <p:spTgt spid="50"/>
                                        </p:tgtEl>
                                      </p:cBhvr>
                                    </p:animEffect>
                                  </p:childTnLst>
                                </p:cTn>
                              </p:par>
                            </p:childTnLst>
                          </p:cTn>
                        </p:par>
                        <p:par>
                          <p:cTn id="49" fill="hold">
                            <p:stCondLst>
                              <p:cond delay="10250"/>
                            </p:stCondLst>
                            <p:childTnLst>
                              <p:par>
                                <p:cTn id="50" presetID="2" presetClass="entr" presetSubtype="2" fill="hold" nodeType="afterEffect">
                                  <p:stCondLst>
                                    <p:cond delay="1250"/>
                                  </p:stCondLst>
                                  <p:childTnLst>
                                    <p:set>
                                      <p:cBhvr>
                                        <p:cTn id="51" dur="1" fill="hold">
                                          <p:stCondLst>
                                            <p:cond delay="0"/>
                                          </p:stCondLst>
                                        </p:cTn>
                                        <p:tgtEl>
                                          <p:spTgt spid="27"/>
                                        </p:tgtEl>
                                        <p:attrNameLst>
                                          <p:attrName>style.visibility</p:attrName>
                                        </p:attrNameLst>
                                      </p:cBhvr>
                                      <p:to>
                                        <p:strVal val="visible"/>
                                      </p:to>
                                    </p:set>
                                    <p:anim calcmode="lin" valueType="num">
                                      <p:cBhvr additive="base">
                                        <p:cTn id="52" dur="500" fill="hold"/>
                                        <p:tgtEl>
                                          <p:spTgt spid="27"/>
                                        </p:tgtEl>
                                        <p:attrNameLst>
                                          <p:attrName>ppt_x</p:attrName>
                                        </p:attrNameLst>
                                      </p:cBhvr>
                                      <p:tavLst>
                                        <p:tav tm="0">
                                          <p:val>
                                            <p:strVal val="1+#ppt_w/2"/>
                                          </p:val>
                                        </p:tav>
                                        <p:tav tm="100000">
                                          <p:val>
                                            <p:strVal val="#ppt_x"/>
                                          </p:val>
                                        </p:tav>
                                      </p:tavLst>
                                    </p:anim>
                                    <p:anim calcmode="lin" valueType="num">
                                      <p:cBhvr additive="base">
                                        <p:cTn id="53" dur="500" fill="hold"/>
                                        <p:tgtEl>
                                          <p:spTgt spid="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8" grpId="0"/>
      <p:bldP spid="43" grpId="0"/>
      <p:bldP spid="45" grpId="0"/>
      <p:bldP spid="4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1659" y="2515224"/>
            <a:ext cx="5906988" cy="590649"/>
          </a:xfrm>
          <a:prstGeom prst="rect">
            <a:avLst/>
          </a:prstGeom>
          <a:noFill/>
          <a:ln/>
        </p:spPr>
        <p:txBody>
          <a:bodyPr wrap="none" lIns="0" tIns="0" rIns="0" bIns="0" rtlCol="0" anchor="t"/>
          <a:lstStyle/>
          <a:p>
            <a:pPr>
              <a:lnSpc>
                <a:spcPts val="4625"/>
              </a:lnSpc>
            </a:pPr>
            <a:r>
              <a:rPr lang="en-US" sz="3708" dirty="0">
                <a:solidFill>
                  <a:srgbClr val="272D45"/>
                </a:solidFill>
                <a:latin typeface="Kanit Light" pitchFamily="34" charset="0"/>
                <a:ea typeface="Kanit Light" pitchFamily="34" charset="-122"/>
                <a:cs typeface="Kanit Light" pitchFamily="34" charset="-120"/>
              </a:rPr>
              <a:t>What is Coaching Feedback?</a:t>
            </a:r>
            <a:endParaRPr lang="en-US" sz="3708" dirty="0"/>
          </a:p>
        </p:txBody>
      </p:sp>
      <p:sp>
        <p:nvSpPr>
          <p:cNvPr id="3" name="Text 1"/>
          <p:cNvSpPr/>
          <p:nvPr/>
        </p:nvSpPr>
        <p:spPr>
          <a:xfrm>
            <a:off x="651659" y="4294268"/>
            <a:ext cx="2362696" cy="295275"/>
          </a:xfrm>
          <a:prstGeom prst="rect">
            <a:avLst/>
          </a:prstGeom>
          <a:noFill/>
          <a:ln/>
        </p:spPr>
        <p:txBody>
          <a:bodyPr wrap="none" lIns="0" tIns="0" rIns="0" bIns="0" rtlCol="0" anchor="t"/>
          <a:lstStyle/>
          <a:p>
            <a:pPr>
              <a:lnSpc>
                <a:spcPts val="2292"/>
              </a:lnSpc>
            </a:pPr>
            <a:r>
              <a:rPr lang="en-US" sz="1833" dirty="0">
                <a:solidFill>
                  <a:srgbClr val="272D45"/>
                </a:solidFill>
                <a:latin typeface="Kanit Light" pitchFamily="34" charset="0"/>
                <a:ea typeface="Kanit Light" pitchFamily="34" charset="-122"/>
                <a:cs typeface="Kanit Light" pitchFamily="34" charset="-120"/>
              </a:rPr>
              <a:t>Coaching Feedback</a:t>
            </a:r>
            <a:endParaRPr lang="en-US" sz="1833" dirty="0"/>
          </a:p>
        </p:txBody>
      </p:sp>
      <p:sp>
        <p:nvSpPr>
          <p:cNvPr id="4" name="Text 2"/>
          <p:cNvSpPr/>
          <p:nvPr/>
        </p:nvSpPr>
        <p:spPr>
          <a:xfrm>
            <a:off x="651659" y="4778556"/>
            <a:ext cx="5203924" cy="302419"/>
          </a:xfrm>
          <a:prstGeom prst="rect">
            <a:avLst/>
          </a:prstGeom>
          <a:noFill/>
          <a:ln/>
        </p:spPr>
        <p:txBody>
          <a:bodyPr wrap="none" lIns="0" tIns="0" rIns="0" bIns="0" rtlCol="0" anchor="t"/>
          <a:lstStyle/>
          <a:p>
            <a:pPr>
              <a:lnSpc>
                <a:spcPts val="2375"/>
              </a:lnSpc>
            </a:pPr>
            <a:r>
              <a:rPr lang="en-US" sz="1458" dirty="0">
                <a:solidFill>
                  <a:srgbClr val="2C3249"/>
                </a:solidFill>
                <a:latin typeface="Martel Sans" pitchFamily="34" charset="0"/>
                <a:ea typeface="Martel Sans" pitchFamily="34" charset="-122"/>
                <a:cs typeface="Martel Sans" pitchFamily="34" charset="-120"/>
              </a:rPr>
              <a:t>Focuses on long-term growth with actionable guidance.</a:t>
            </a:r>
            <a:endParaRPr lang="en-US" sz="1458" dirty="0"/>
          </a:p>
        </p:txBody>
      </p:sp>
      <p:sp>
        <p:nvSpPr>
          <p:cNvPr id="5" name="Text 3"/>
          <p:cNvSpPr/>
          <p:nvPr/>
        </p:nvSpPr>
        <p:spPr>
          <a:xfrm>
            <a:off x="651659" y="5251035"/>
            <a:ext cx="5203924" cy="302419"/>
          </a:xfrm>
          <a:prstGeom prst="rect">
            <a:avLst/>
          </a:prstGeom>
          <a:noFill/>
          <a:ln/>
        </p:spPr>
        <p:txBody>
          <a:bodyPr wrap="none" lIns="0" tIns="0" rIns="0" bIns="0" rtlCol="0" anchor="t"/>
          <a:lstStyle/>
          <a:p>
            <a:pPr>
              <a:lnSpc>
                <a:spcPts val="2375"/>
              </a:lnSpc>
            </a:pPr>
            <a:r>
              <a:rPr lang="en-US" sz="1458" dirty="0">
                <a:solidFill>
                  <a:srgbClr val="2C3249"/>
                </a:solidFill>
                <a:latin typeface="Martel Sans" pitchFamily="34" charset="0"/>
                <a:ea typeface="Martel Sans" pitchFamily="34" charset="-122"/>
                <a:cs typeface="Martel Sans" pitchFamily="34" charset="-120"/>
              </a:rPr>
              <a:t>Encourages self-reflection tailored to individual needs.</a:t>
            </a:r>
            <a:endParaRPr lang="en-US" sz="1458" dirty="0"/>
          </a:p>
        </p:txBody>
      </p:sp>
      <p:sp>
        <p:nvSpPr>
          <p:cNvPr id="6" name="Text 4"/>
          <p:cNvSpPr/>
          <p:nvPr/>
        </p:nvSpPr>
        <p:spPr>
          <a:xfrm>
            <a:off x="6323102" y="4294268"/>
            <a:ext cx="2362696" cy="295275"/>
          </a:xfrm>
          <a:prstGeom prst="rect">
            <a:avLst/>
          </a:prstGeom>
          <a:noFill/>
          <a:ln/>
        </p:spPr>
        <p:txBody>
          <a:bodyPr wrap="none" lIns="0" tIns="0" rIns="0" bIns="0" rtlCol="0" anchor="t"/>
          <a:lstStyle/>
          <a:p>
            <a:pPr>
              <a:lnSpc>
                <a:spcPts val="2292"/>
              </a:lnSpc>
            </a:pPr>
            <a:r>
              <a:rPr lang="en-US" sz="1833" dirty="0">
                <a:solidFill>
                  <a:srgbClr val="272D45"/>
                </a:solidFill>
                <a:latin typeface="Kanit Light" pitchFamily="34" charset="0"/>
                <a:ea typeface="Kanit Light" pitchFamily="34" charset="-122"/>
                <a:cs typeface="Kanit Light" pitchFamily="34" charset="-120"/>
              </a:rPr>
              <a:t>Regular Feedback</a:t>
            </a:r>
            <a:endParaRPr lang="en-US" sz="1833" dirty="0"/>
          </a:p>
        </p:txBody>
      </p:sp>
      <p:sp>
        <p:nvSpPr>
          <p:cNvPr id="7" name="Text 5"/>
          <p:cNvSpPr/>
          <p:nvPr/>
        </p:nvSpPr>
        <p:spPr>
          <a:xfrm>
            <a:off x="6323102" y="4778555"/>
            <a:ext cx="5203924" cy="604838"/>
          </a:xfrm>
          <a:prstGeom prst="rect">
            <a:avLst/>
          </a:prstGeom>
          <a:noFill/>
          <a:ln/>
        </p:spPr>
        <p:txBody>
          <a:bodyPr wrap="square" lIns="0" tIns="0" rIns="0" bIns="0" rtlCol="0" anchor="t"/>
          <a:lstStyle/>
          <a:p>
            <a:pPr>
              <a:lnSpc>
                <a:spcPts val="2375"/>
              </a:lnSpc>
            </a:pPr>
            <a:r>
              <a:rPr lang="en-US" sz="1458" dirty="0">
                <a:solidFill>
                  <a:srgbClr val="2C3249"/>
                </a:solidFill>
                <a:latin typeface="Martel Sans" pitchFamily="34" charset="0"/>
                <a:ea typeface="Martel Sans" pitchFamily="34" charset="-122"/>
                <a:cs typeface="Martel Sans" pitchFamily="34" charset="-120"/>
              </a:rPr>
              <a:t>Focuses on immediate performance and is primarily corrective.</a:t>
            </a:r>
            <a:endParaRPr lang="en-US" sz="1458" dirty="0"/>
          </a:p>
        </p:txBody>
      </p:sp>
      <p:sp>
        <p:nvSpPr>
          <p:cNvPr id="8" name="Text 6"/>
          <p:cNvSpPr/>
          <p:nvPr/>
        </p:nvSpPr>
        <p:spPr>
          <a:xfrm>
            <a:off x="6336419" y="5232183"/>
            <a:ext cx="5203924" cy="302419"/>
          </a:xfrm>
          <a:prstGeom prst="rect">
            <a:avLst/>
          </a:prstGeom>
          <a:noFill/>
          <a:ln/>
        </p:spPr>
        <p:txBody>
          <a:bodyPr wrap="none" lIns="0" tIns="0" rIns="0" bIns="0" rtlCol="0" anchor="t"/>
          <a:lstStyle/>
          <a:p>
            <a:pPr>
              <a:lnSpc>
                <a:spcPts val="2375"/>
              </a:lnSpc>
            </a:pPr>
            <a:r>
              <a:rPr lang="en-US" sz="1458" dirty="0">
                <a:solidFill>
                  <a:srgbClr val="2C3249"/>
                </a:solidFill>
                <a:latin typeface="Martel Sans" pitchFamily="34" charset="0"/>
                <a:ea typeface="Martel Sans" pitchFamily="34" charset="-122"/>
                <a:cs typeface="Martel Sans" pitchFamily="34" charset="-120"/>
              </a:rPr>
              <a:t>Given after a task and is often general and evaluative.</a:t>
            </a:r>
            <a:endParaRPr lang="en-US" sz="1458" dirty="0"/>
          </a:p>
        </p:txBody>
      </p:sp>
      <p:sp>
        <p:nvSpPr>
          <p:cNvPr id="10" name="TextBox 9">
            <a:extLst>
              <a:ext uri="{FF2B5EF4-FFF2-40B4-BE49-F238E27FC236}">
                <a16:creationId xmlns:a16="http://schemas.microsoft.com/office/drawing/2014/main" id="{6DA84C33-ECC7-AE78-18ED-5A7C2AA5038B}"/>
              </a:ext>
            </a:extLst>
          </p:cNvPr>
          <p:cNvSpPr txBox="1"/>
          <p:nvPr/>
        </p:nvSpPr>
        <p:spPr>
          <a:xfrm>
            <a:off x="563169" y="3200070"/>
            <a:ext cx="9819968" cy="656462"/>
          </a:xfrm>
          <a:prstGeom prst="rect">
            <a:avLst/>
          </a:prstGeom>
          <a:noFill/>
        </p:spPr>
        <p:txBody>
          <a:bodyPr wrap="square">
            <a:spAutoFit/>
          </a:bodyPr>
          <a:lstStyle/>
          <a:p>
            <a:r>
              <a:rPr lang="en-IN" sz="1833" dirty="0">
                <a:solidFill>
                  <a:srgbClr val="2C3249"/>
                </a:solidFill>
                <a:latin typeface="Kanit Light" pitchFamily="34" charset="0"/>
                <a:cs typeface="Kanit Light" pitchFamily="34" charset="-120"/>
              </a:rPr>
              <a:t>Coaching feedback is a process where a coach helps individuals improve their performance through regular, constructive feedback focused on personal growth</a:t>
            </a:r>
          </a:p>
        </p:txBody>
      </p:sp>
      <p:pic>
        <p:nvPicPr>
          <p:cNvPr id="11" name="Image 0" descr="preencoded.png">
            <a:extLst>
              <a:ext uri="{FF2B5EF4-FFF2-40B4-BE49-F238E27FC236}">
                <a16:creationId xmlns:a16="http://schemas.microsoft.com/office/drawing/2014/main" id="{133EE34C-A6C2-476A-8C52-95E745B3B918}"/>
              </a:ext>
            </a:extLst>
          </p:cNvPr>
          <p:cNvPicPr>
            <a:picLocks noChangeAspect="1"/>
          </p:cNvPicPr>
          <p:nvPr/>
        </p:nvPicPr>
        <p:blipFill>
          <a:blip r:embed="rId3"/>
          <a:stretch>
            <a:fillRect/>
          </a:stretch>
        </p:blipFill>
        <p:spPr>
          <a:xfrm>
            <a:off x="0" y="0"/>
            <a:ext cx="12192000" cy="1917480"/>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25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par>
                          <p:cTn id="15" fill="hold">
                            <p:stCondLst>
                              <p:cond delay="1250"/>
                            </p:stCondLst>
                            <p:childTnLst>
                              <p:par>
                                <p:cTn id="16" presetID="53" presetClass="entr" presetSubtype="16" fill="hold" grpId="0" nodeType="afterEffect">
                                  <p:stCondLst>
                                    <p:cond delay="500"/>
                                  </p:stCondLst>
                                  <p:childTnLst>
                                    <p:set>
                                      <p:cBhvr>
                                        <p:cTn id="17" dur="1" fill="hold">
                                          <p:stCondLst>
                                            <p:cond delay="0"/>
                                          </p:stCondLst>
                                        </p:cTn>
                                        <p:tgtEl>
                                          <p:spTgt spid="10"/>
                                        </p:tgtEl>
                                        <p:attrNameLst>
                                          <p:attrName>style.visibility</p:attrName>
                                        </p:attrNameLst>
                                      </p:cBhvr>
                                      <p:to>
                                        <p:strVal val="visible"/>
                                      </p:to>
                                    </p:set>
                                    <p:anim calcmode="lin" valueType="num">
                                      <p:cBhvr>
                                        <p:cTn id="18" dur="500" fill="hold"/>
                                        <p:tgtEl>
                                          <p:spTgt spid="10"/>
                                        </p:tgtEl>
                                        <p:attrNameLst>
                                          <p:attrName>ppt_w</p:attrName>
                                        </p:attrNameLst>
                                      </p:cBhvr>
                                      <p:tavLst>
                                        <p:tav tm="0">
                                          <p:val>
                                            <p:fltVal val="0"/>
                                          </p:val>
                                        </p:tav>
                                        <p:tav tm="100000">
                                          <p:val>
                                            <p:strVal val="#ppt_w"/>
                                          </p:val>
                                        </p:tav>
                                      </p:tavLst>
                                    </p:anim>
                                    <p:anim calcmode="lin" valueType="num">
                                      <p:cBhvr>
                                        <p:cTn id="19" dur="500" fill="hold"/>
                                        <p:tgtEl>
                                          <p:spTgt spid="10"/>
                                        </p:tgtEl>
                                        <p:attrNameLst>
                                          <p:attrName>ppt_h</p:attrName>
                                        </p:attrNameLst>
                                      </p:cBhvr>
                                      <p:tavLst>
                                        <p:tav tm="0">
                                          <p:val>
                                            <p:fltVal val="0"/>
                                          </p:val>
                                        </p:tav>
                                        <p:tav tm="100000">
                                          <p:val>
                                            <p:strVal val="#ppt_h"/>
                                          </p:val>
                                        </p:tav>
                                      </p:tavLst>
                                    </p:anim>
                                    <p:animEffect transition="in" filter="fade">
                                      <p:cBhvr>
                                        <p:cTn id="20" dur="500"/>
                                        <p:tgtEl>
                                          <p:spTgt spid="10"/>
                                        </p:tgtEl>
                                      </p:cBhvr>
                                    </p:animEffect>
                                  </p:childTnLst>
                                </p:cTn>
                              </p:par>
                            </p:childTnLst>
                          </p:cTn>
                        </p:par>
                        <p:par>
                          <p:cTn id="21" fill="hold">
                            <p:stCondLst>
                              <p:cond delay="2250"/>
                            </p:stCondLst>
                            <p:childTnLst>
                              <p:par>
                                <p:cTn id="22" presetID="53" presetClass="entr" presetSubtype="16" fill="hold" grpId="0" nodeType="afterEffect">
                                  <p:stCondLst>
                                    <p:cond delay="250"/>
                                  </p:stCondLst>
                                  <p:childTnLst>
                                    <p:set>
                                      <p:cBhvr>
                                        <p:cTn id="23" dur="1" fill="hold">
                                          <p:stCondLst>
                                            <p:cond delay="0"/>
                                          </p:stCondLst>
                                        </p:cTn>
                                        <p:tgtEl>
                                          <p:spTgt spid="3"/>
                                        </p:tgtEl>
                                        <p:attrNameLst>
                                          <p:attrName>style.visibility</p:attrName>
                                        </p:attrNameLst>
                                      </p:cBhvr>
                                      <p:to>
                                        <p:strVal val="visible"/>
                                      </p:to>
                                    </p:set>
                                    <p:anim calcmode="lin" valueType="num">
                                      <p:cBhvr>
                                        <p:cTn id="24" dur="500" fill="hold"/>
                                        <p:tgtEl>
                                          <p:spTgt spid="3"/>
                                        </p:tgtEl>
                                        <p:attrNameLst>
                                          <p:attrName>ppt_w</p:attrName>
                                        </p:attrNameLst>
                                      </p:cBhvr>
                                      <p:tavLst>
                                        <p:tav tm="0">
                                          <p:val>
                                            <p:fltVal val="0"/>
                                          </p:val>
                                        </p:tav>
                                        <p:tav tm="100000">
                                          <p:val>
                                            <p:strVal val="#ppt_w"/>
                                          </p:val>
                                        </p:tav>
                                      </p:tavLst>
                                    </p:anim>
                                    <p:anim calcmode="lin" valueType="num">
                                      <p:cBhvr>
                                        <p:cTn id="25" dur="500" fill="hold"/>
                                        <p:tgtEl>
                                          <p:spTgt spid="3"/>
                                        </p:tgtEl>
                                        <p:attrNameLst>
                                          <p:attrName>ppt_h</p:attrName>
                                        </p:attrNameLst>
                                      </p:cBhvr>
                                      <p:tavLst>
                                        <p:tav tm="0">
                                          <p:val>
                                            <p:fltVal val="0"/>
                                          </p:val>
                                        </p:tav>
                                        <p:tav tm="100000">
                                          <p:val>
                                            <p:strVal val="#ppt_h"/>
                                          </p:val>
                                        </p:tav>
                                      </p:tavLst>
                                    </p:anim>
                                    <p:animEffect transition="in" filter="fade">
                                      <p:cBhvr>
                                        <p:cTn id="26" dur="500"/>
                                        <p:tgtEl>
                                          <p:spTgt spid="3"/>
                                        </p:tgtEl>
                                      </p:cBhvr>
                                    </p:animEffect>
                                  </p:childTnLst>
                                </p:cTn>
                              </p:par>
                            </p:childTnLst>
                          </p:cTn>
                        </p:par>
                        <p:par>
                          <p:cTn id="27" fill="hold">
                            <p:stCondLst>
                              <p:cond delay="3000"/>
                            </p:stCondLst>
                            <p:childTnLst>
                              <p:par>
                                <p:cTn id="28" presetID="53" presetClass="entr" presetSubtype="16" fill="hold" grpId="0" nodeType="afterEffect">
                                  <p:stCondLst>
                                    <p:cond delay="250"/>
                                  </p:stCondLst>
                                  <p:childTnLst>
                                    <p:set>
                                      <p:cBhvr>
                                        <p:cTn id="29" dur="1" fill="hold">
                                          <p:stCondLst>
                                            <p:cond delay="0"/>
                                          </p:stCondLst>
                                        </p:cTn>
                                        <p:tgtEl>
                                          <p:spTgt spid="6"/>
                                        </p:tgtEl>
                                        <p:attrNameLst>
                                          <p:attrName>style.visibility</p:attrName>
                                        </p:attrNameLst>
                                      </p:cBhvr>
                                      <p:to>
                                        <p:strVal val="visible"/>
                                      </p:to>
                                    </p:set>
                                    <p:anim calcmode="lin" valueType="num">
                                      <p:cBhvr>
                                        <p:cTn id="30" dur="500" fill="hold"/>
                                        <p:tgtEl>
                                          <p:spTgt spid="6"/>
                                        </p:tgtEl>
                                        <p:attrNameLst>
                                          <p:attrName>ppt_w</p:attrName>
                                        </p:attrNameLst>
                                      </p:cBhvr>
                                      <p:tavLst>
                                        <p:tav tm="0">
                                          <p:val>
                                            <p:fltVal val="0"/>
                                          </p:val>
                                        </p:tav>
                                        <p:tav tm="100000">
                                          <p:val>
                                            <p:strVal val="#ppt_w"/>
                                          </p:val>
                                        </p:tav>
                                      </p:tavLst>
                                    </p:anim>
                                    <p:anim calcmode="lin" valueType="num">
                                      <p:cBhvr>
                                        <p:cTn id="31" dur="500" fill="hold"/>
                                        <p:tgtEl>
                                          <p:spTgt spid="6"/>
                                        </p:tgtEl>
                                        <p:attrNameLst>
                                          <p:attrName>ppt_h</p:attrName>
                                        </p:attrNameLst>
                                      </p:cBhvr>
                                      <p:tavLst>
                                        <p:tav tm="0">
                                          <p:val>
                                            <p:fltVal val="0"/>
                                          </p:val>
                                        </p:tav>
                                        <p:tav tm="100000">
                                          <p:val>
                                            <p:strVal val="#ppt_h"/>
                                          </p:val>
                                        </p:tav>
                                      </p:tavLst>
                                    </p:anim>
                                    <p:animEffect transition="in" filter="fade">
                                      <p:cBhvr>
                                        <p:cTn id="32" dur="500"/>
                                        <p:tgtEl>
                                          <p:spTgt spid="6"/>
                                        </p:tgtEl>
                                      </p:cBhvr>
                                    </p:animEffect>
                                  </p:childTnLst>
                                </p:cTn>
                              </p:par>
                            </p:childTnLst>
                          </p:cTn>
                        </p:par>
                        <p:par>
                          <p:cTn id="33" fill="hold">
                            <p:stCondLst>
                              <p:cond delay="3750"/>
                            </p:stCondLst>
                            <p:childTnLst>
                              <p:par>
                                <p:cTn id="34" presetID="53" presetClass="entr" presetSubtype="16" fill="hold" grpId="0" nodeType="afterEffect">
                                  <p:stCondLst>
                                    <p:cond delay="250"/>
                                  </p:stCondLst>
                                  <p:childTnLst>
                                    <p:set>
                                      <p:cBhvr>
                                        <p:cTn id="35" dur="1" fill="hold">
                                          <p:stCondLst>
                                            <p:cond delay="0"/>
                                          </p:stCondLst>
                                        </p:cTn>
                                        <p:tgtEl>
                                          <p:spTgt spid="4"/>
                                        </p:tgtEl>
                                        <p:attrNameLst>
                                          <p:attrName>style.visibility</p:attrName>
                                        </p:attrNameLst>
                                      </p:cBhvr>
                                      <p:to>
                                        <p:strVal val="visible"/>
                                      </p:to>
                                    </p:set>
                                    <p:anim calcmode="lin" valueType="num">
                                      <p:cBhvr>
                                        <p:cTn id="36" dur="500" fill="hold"/>
                                        <p:tgtEl>
                                          <p:spTgt spid="4"/>
                                        </p:tgtEl>
                                        <p:attrNameLst>
                                          <p:attrName>ppt_w</p:attrName>
                                        </p:attrNameLst>
                                      </p:cBhvr>
                                      <p:tavLst>
                                        <p:tav tm="0">
                                          <p:val>
                                            <p:fltVal val="0"/>
                                          </p:val>
                                        </p:tav>
                                        <p:tav tm="100000">
                                          <p:val>
                                            <p:strVal val="#ppt_w"/>
                                          </p:val>
                                        </p:tav>
                                      </p:tavLst>
                                    </p:anim>
                                    <p:anim calcmode="lin" valueType="num">
                                      <p:cBhvr>
                                        <p:cTn id="37" dur="500" fill="hold"/>
                                        <p:tgtEl>
                                          <p:spTgt spid="4"/>
                                        </p:tgtEl>
                                        <p:attrNameLst>
                                          <p:attrName>ppt_h</p:attrName>
                                        </p:attrNameLst>
                                      </p:cBhvr>
                                      <p:tavLst>
                                        <p:tav tm="0">
                                          <p:val>
                                            <p:fltVal val="0"/>
                                          </p:val>
                                        </p:tav>
                                        <p:tav tm="100000">
                                          <p:val>
                                            <p:strVal val="#ppt_h"/>
                                          </p:val>
                                        </p:tav>
                                      </p:tavLst>
                                    </p:anim>
                                    <p:animEffect transition="in" filter="fade">
                                      <p:cBhvr>
                                        <p:cTn id="38" dur="500"/>
                                        <p:tgtEl>
                                          <p:spTgt spid="4"/>
                                        </p:tgtEl>
                                      </p:cBhvr>
                                    </p:animEffect>
                                  </p:childTnLst>
                                </p:cTn>
                              </p:par>
                            </p:childTnLst>
                          </p:cTn>
                        </p:par>
                        <p:par>
                          <p:cTn id="39" fill="hold">
                            <p:stCondLst>
                              <p:cond delay="4500"/>
                            </p:stCondLst>
                            <p:childTnLst>
                              <p:par>
                                <p:cTn id="40" presetID="53" presetClass="entr" presetSubtype="16" fill="hold" grpId="0" nodeType="afterEffect">
                                  <p:stCondLst>
                                    <p:cond delay="250"/>
                                  </p:stCondLst>
                                  <p:childTnLst>
                                    <p:set>
                                      <p:cBhvr>
                                        <p:cTn id="41" dur="1" fill="hold">
                                          <p:stCondLst>
                                            <p:cond delay="0"/>
                                          </p:stCondLst>
                                        </p:cTn>
                                        <p:tgtEl>
                                          <p:spTgt spid="7"/>
                                        </p:tgtEl>
                                        <p:attrNameLst>
                                          <p:attrName>style.visibility</p:attrName>
                                        </p:attrNameLst>
                                      </p:cBhvr>
                                      <p:to>
                                        <p:strVal val="visible"/>
                                      </p:to>
                                    </p:set>
                                    <p:anim calcmode="lin" valueType="num">
                                      <p:cBhvr>
                                        <p:cTn id="42" dur="500" fill="hold"/>
                                        <p:tgtEl>
                                          <p:spTgt spid="7"/>
                                        </p:tgtEl>
                                        <p:attrNameLst>
                                          <p:attrName>ppt_w</p:attrName>
                                        </p:attrNameLst>
                                      </p:cBhvr>
                                      <p:tavLst>
                                        <p:tav tm="0">
                                          <p:val>
                                            <p:fltVal val="0"/>
                                          </p:val>
                                        </p:tav>
                                        <p:tav tm="100000">
                                          <p:val>
                                            <p:strVal val="#ppt_w"/>
                                          </p:val>
                                        </p:tav>
                                      </p:tavLst>
                                    </p:anim>
                                    <p:anim calcmode="lin" valueType="num">
                                      <p:cBhvr>
                                        <p:cTn id="43" dur="500" fill="hold"/>
                                        <p:tgtEl>
                                          <p:spTgt spid="7"/>
                                        </p:tgtEl>
                                        <p:attrNameLst>
                                          <p:attrName>ppt_h</p:attrName>
                                        </p:attrNameLst>
                                      </p:cBhvr>
                                      <p:tavLst>
                                        <p:tav tm="0">
                                          <p:val>
                                            <p:fltVal val="0"/>
                                          </p:val>
                                        </p:tav>
                                        <p:tav tm="100000">
                                          <p:val>
                                            <p:strVal val="#ppt_h"/>
                                          </p:val>
                                        </p:tav>
                                      </p:tavLst>
                                    </p:anim>
                                    <p:animEffect transition="in" filter="fade">
                                      <p:cBhvr>
                                        <p:cTn id="44" dur="500"/>
                                        <p:tgtEl>
                                          <p:spTgt spid="7"/>
                                        </p:tgtEl>
                                      </p:cBhvr>
                                    </p:animEffect>
                                  </p:childTnLst>
                                </p:cTn>
                              </p:par>
                            </p:childTnLst>
                          </p:cTn>
                        </p:par>
                        <p:par>
                          <p:cTn id="45" fill="hold">
                            <p:stCondLst>
                              <p:cond delay="5250"/>
                            </p:stCondLst>
                            <p:childTnLst>
                              <p:par>
                                <p:cTn id="46" presetID="53" presetClass="entr" presetSubtype="16" fill="hold" grpId="0" nodeType="afterEffect">
                                  <p:stCondLst>
                                    <p:cond delay="250"/>
                                  </p:stCondLst>
                                  <p:childTnLst>
                                    <p:set>
                                      <p:cBhvr>
                                        <p:cTn id="47" dur="1" fill="hold">
                                          <p:stCondLst>
                                            <p:cond delay="0"/>
                                          </p:stCondLst>
                                        </p:cTn>
                                        <p:tgtEl>
                                          <p:spTgt spid="5"/>
                                        </p:tgtEl>
                                        <p:attrNameLst>
                                          <p:attrName>style.visibility</p:attrName>
                                        </p:attrNameLst>
                                      </p:cBhvr>
                                      <p:to>
                                        <p:strVal val="visible"/>
                                      </p:to>
                                    </p:set>
                                    <p:anim calcmode="lin" valueType="num">
                                      <p:cBhvr>
                                        <p:cTn id="48" dur="500" fill="hold"/>
                                        <p:tgtEl>
                                          <p:spTgt spid="5"/>
                                        </p:tgtEl>
                                        <p:attrNameLst>
                                          <p:attrName>ppt_w</p:attrName>
                                        </p:attrNameLst>
                                      </p:cBhvr>
                                      <p:tavLst>
                                        <p:tav tm="0">
                                          <p:val>
                                            <p:fltVal val="0"/>
                                          </p:val>
                                        </p:tav>
                                        <p:tav tm="100000">
                                          <p:val>
                                            <p:strVal val="#ppt_w"/>
                                          </p:val>
                                        </p:tav>
                                      </p:tavLst>
                                    </p:anim>
                                    <p:anim calcmode="lin" valueType="num">
                                      <p:cBhvr>
                                        <p:cTn id="49" dur="500" fill="hold"/>
                                        <p:tgtEl>
                                          <p:spTgt spid="5"/>
                                        </p:tgtEl>
                                        <p:attrNameLst>
                                          <p:attrName>ppt_h</p:attrName>
                                        </p:attrNameLst>
                                      </p:cBhvr>
                                      <p:tavLst>
                                        <p:tav tm="0">
                                          <p:val>
                                            <p:fltVal val="0"/>
                                          </p:val>
                                        </p:tav>
                                        <p:tav tm="100000">
                                          <p:val>
                                            <p:strVal val="#ppt_h"/>
                                          </p:val>
                                        </p:tav>
                                      </p:tavLst>
                                    </p:anim>
                                    <p:animEffect transition="in" filter="fade">
                                      <p:cBhvr>
                                        <p:cTn id="50" dur="500"/>
                                        <p:tgtEl>
                                          <p:spTgt spid="5"/>
                                        </p:tgtEl>
                                      </p:cBhvr>
                                    </p:animEffect>
                                  </p:childTnLst>
                                </p:cTn>
                              </p:par>
                            </p:childTnLst>
                          </p:cTn>
                        </p:par>
                        <p:par>
                          <p:cTn id="51" fill="hold">
                            <p:stCondLst>
                              <p:cond delay="6000"/>
                            </p:stCondLst>
                            <p:childTnLst>
                              <p:par>
                                <p:cTn id="52" presetID="53" presetClass="entr" presetSubtype="16" fill="hold" grpId="0" nodeType="afterEffect">
                                  <p:stCondLst>
                                    <p:cond delay="250"/>
                                  </p:stCondLst>
                                  <p:childTnLst>
                                    <p:set>
                                      <p:cBhvr>
                                        <p:cTn id="53" dur="1" fill="hold">
                                          <p:stCondLst>
                                            <p:cond delay="0"/>
                                          </p:stCondLst>
                                        </p:cTn>
                                        <p:tgtEl>
                                          <p:spTgt spid="8"/>
                                        </p:tgtEl>
                                        <p:attrNameLst>
                                          <p:attrName>style.visibility</p:attrName>
                                        </p:attrNameLst>
                                      </p:cBhvr>
                                      <p:to>
                                        <p:strVal val="visible"/>
                                      </p:to>
                                    </p:set>
                                    <p:anim calcmode="lin" valueType="num">
                                      <p:cBhvr>
                                        <p:cTn id="54" dur="500" fill="hold"/>
                                        <p:tgtEl>
                                          <p:spTgt spid="8"/>
                                        </p:tgtEl>
                                        <p:attrNameLst>
                                          <p:attrName>ppt_w</p:attrName>
                                        </p:attrNameLst>
                                      </p:cBhvr>
                                      <p:tavLst>
                                        <p:tav tm="0">
                                          <p:val>
                                            <p:fltVal val="0"/>
                                          </p:val>
                                        </p:tav>
                                        <p:tav tm="100000">
                                          <p:val>
                                            <p:strVal val="#ppt_w"/>
                                          </p:val>
                                        </p:tav>
                                      </p:tavLst>
                                    </p:anim>
                                    <p:anim calcmode="lin" valueType="num">
                                      <p:cBhvr>
                                        <p:cTn id="55" dur="500" fill="hold"/>
                                        <p:tgtEl>
                                          <p:spTgt spid="8"/>
                                        </p:tgtEl>
                                        <p:attrNameLst>
                                          <p:attrName>ppt_h</p:attrName>
                                        </p:attrNameLst>
                                      </p:cBhvr>
                                      <p:tavLst>
                                        <p:tav tm="0">
                                          <p:val>
                                            <p:fltVal val="0"/>
                                          </p:val>
                                        </p:tav>
                                        <p:tav tm="100000">
                                          <p:val>
                                            <p:strVal val="#ppt_h"/>
                                          </p:val>
                                        </p:tav>
                                      </p:tavLst>
                                    </p:anim>
                                    <p:animEffect transition="in" filter="fade">
                                      <p:cBhvr>
                                        <p:cTn id="5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20000" y="0"/>
            <a:ext cx="4572000" cy="6858000"/>
          </a:xfrm>
          <a:prstGeom prst="rect">
            <a:avLst/>
          </a:prstGeom>
        </p:spPr>
      </p:pic>
      <p:sp>
        <p:nvSpPr>
          <p:cNvPr id="3" name="Text 0"/>
          <p:cNvSpPr/>
          <p:nvPr/>
        </p:nvSpPr>
        <p:spPr>
          <a:xfrm>
            <a:off x="661393" y="705499"/>
            <a:ext cx="6297018" cy="1181298"/>
          </a:xfrm>
          <a:prstGeom prst="rect">
            <a:avLst/>
          </a:prstGeom>
          <a:noFill/>
          <a:ln/>
        </p:spPr>
        <p:txBody>
          <a:bodyPr wrap="square" lIns="0" tIns="0" rIns="0" bIns="0" rtlCol="0" anchor="t"/>
          <a:lstStyle/>
          <a:p>
            <a:pPr>
              <a:lnSpc>
                <a:spcPts val="4625"/>
              </a:lnSpc>
            </a:pPr>
            <a:r>
              <a:rPr lang="en-US" sz="3708" b="1" dirty="0">
                <a:solidFill>
                  <a:srgbClr val="333F70"/>
                </a:solidFill>
                <a:latin typeface="Unbounded Bold" pitchFamily="34" charset="0"/>
                <a:ea typeface="Unbounded Bold" pitchFamily="34" charset="-122"/>
                <a:cs typeface="Unbounded Bold" pitchFamily="34" charset="-120"/>
              </a:rPr>
              <a:t>Summary and Integration</a:t>
            </a:r>
            <a:endParaRPr lang="en-US" sz="3708" dirty="0"/>
          </a:p>
        </p:txBody>
      </p:sp>
      <p:sp>
        <p:nvSpPr>
          <p:cNvPr id="4" name="Shape 1"/>
          <p:cNvSpPr/>
          <p:nvPr/>
        </p:nvSpPr>
        <p:spPr>
          <a:xfrm>
            <a:off x="661393" y="1973706"/>
            <a:ext cx="3054053" cy="1706662"/>
          </a:xfrm>
          <a:prstGeom prst="roundRect">
            <a:avLst>
              <a:gd name="adj" fmla="val 4652"/>
            </a:avLst>
          </a:prstGeom>
          <a:solidFill>
            <a:srgbClr val="D6F5EE"/>
          </a:solidFill>
          <a:ln w="7620">
            <a:solidFill>
              <a:srgbClr val="BCDBD4"/>
            </a:solidFill>
            <a:prstDash val="solid"/>
          </a:ln>
        </p:spPr>
        <p:txBody>
          <a:bodyPr/>
          <a:lstStyle/>
          <a:p>
            <a:r>
              <a:rPr lang="en-US" sz="1800" b="1" dirty="0">
                <a:solidFill>
                  <a:srgbClr val="333F70"/>
                </a:solidFill>
                <a:latin typeface="Unbounded Bold" pitchFamily="34" charset="0"/>
                <a:ea typeface="Unbounded Bold" pitchFamily="34" charset="-122"/>
                <a:cs typeface="Unbounded Bold" pitchFamily="34" charset="-120"/>
              </a:rPr>
              <a:t>Sales</a:t>
            </a:r>
            <a:endParaRPr lang="en-US" sz="1800" dirty="0"/>
          </a:p>
          <a:p>
            <a:endParaRPr lang="en-US" sz="1050" dirty="0">
              <a:solidFill>
                <a:srgbClr val="333F70"/>
              </a:solidFill>
              <a:latin typeface="Open Sans" pitchFamily="34" charset="0"/>
              <a:ea typeface="Open Sans" pitchFamily="34" charset="-122"/>
              <a:cs typeface="Open Sans" pitchFamily="34" charset="-120"/>
            </a:endParaRPr>
          </a:p>
          <a:p>
            <a:r>
              <a:rPr lang="en-US" sz="1458" dirty="0">
                <a:solidFill>
                  <a:srgbClr val="333F70"/>
                </a:solidFill>
                <a:latin typeface="Open Sans" pitchFamily="34" charset="0"/>
                <a:ea typeface="Open Sans" pitchFamily="34" charset="-122"/>
                <a:cs typeface="Open Sans" pitchFamily="34" charset="-120"/>
              </a:rPr>
              <a:t>Drives business growth by connecting customers with solutions.</a:t>
            </a:r>
          </a:p>
          <a:p>
            <a:endParaRPr lang="en-IN" dirty="0"/>
          </a:p>
        </p:txBody>
      </p:sp>
      <p:sp>
        <p:nvSpPr>
          <p:cNvPr id="7" name="Shape 4"/>
          <p:cNvSpPr/>
          <p:nvPr/>
        </p:nvSpPr>
        <p:spPr>
          <a:xfrm>
            <a:off x="3904457" y="1973706"/>
            <a:ext cx="3054053" cy="1706662"/>
          </a:xfrm>
          <a:prstGeom prst="roundRect">
            <a:avLst>
              <a:gd name="adj" fmla="val 4652"/>
            </a:avLst>
          </a:prstGeom>
          <a:solidFill>
            <a:srgbClr val="D6F5EE"/>
          </a:solidFill>
          <a:ln w="7620">
            <a:solidFill>
              <a:srgbClr val="BCDBD4"/>
            </a:solidFill>
            <a:prstDash val="solid"/>
          </a:ln>
        </p:spPr>
        <p:txBody>
          <a:bodyPr/>
          <a:lstStyle/>
          <a:p>
            <a:r>
              <a:rPr lang="en-US" sz="1800" b="1" dirty="0">
                <a:solidFill>
                  <a:srgbClr val="333F70"/>
                </a:solidFill>
                <a:latin typeface="Unbounded Bold" pitchFamily="34" charset="0"/>
                <a:ea typeface="Unbounded Bold" pitchFamily="34" charset="-122"/>
                <a:cs typeface="Unbounded Bold" pitchFamily="34" charset="-120"/>
              </a:rPr>
              <a:t>Training</a:t>
            </a:r>
          </a:p>
          <a:p>
            <a:endParaRPr lang="en-US" sz="1050" b="1" dirty="0">
              <a:solidFill>
                <a:srgbClr val="333F70"/>
              </a:solidFill>
              <a:latin typeface="Unbounded Bold" pitchFamily="34" charset="0"/>
              <a:ea typeface="Unbounded Bold" pitchFamily="34" charset="-122"/>
              <a:cs typeface="Unbounded Bold" pitchFamily="34" charset="-120"/>
            </a:endParaRPr>
          </a:p>
          <a:p>
            <a:r>
              <a:rPr lang="en-US" sz="1458" dirty="0">
                <a:solidFill>
                  <a:srgbClr val="333F70"/>
                </a:solidFill>
                <a:latin typeface="Open Sans" pitchFamily="34" charset="0"/>
                <a:ea typeface="Open Sans" pitchFamily="34" charset="-122"/>
                <a:cs typeface="Open Sans" pitchFamily="34" charset="-120"/>
              </a:rPr>
              <a:t>Equips employees with skills and knowledge for better performance.</a:t>
            </a:r>
          </a:p>
          <a:p>
            <a:endParaRPr lang="en-IN" dirty="0"/>
          </a:p>
        </p:txBody>
      </p:sp>
      <p:sp>
        <p:nvSpPr>
          <p:cNvPr id="10" name="Shape 7"/>
          <p:cNvSpPr/>
          <p:nvPr/>
        </p:nvSpPr>
        <p:spPr>
          <a:xfrm>
            <a:off x="661393" y="3869380"/>
            <a:ext cx="6297018" cy="1101824"/>
          </a:xfrm>
          <a:prstGeom prst="roundRect">
            <a:avLst>
              <a:gd name="adj" fmla="val 7205"/>
            </a:avLst>
          </a:prstGeom>
          <a:solidFill>
            <a:srgbClr val="D6F5EE"/>
          </a:solidFill>
          <a:ln w="7620">
            <a:solidFill>
              <a:srgbClr val="BCDBD4"/>
            </a:solidFill>
            <a:prstDash val="solid"/>
          </a:ln>
        </p:spPr>
        <p:txBody>
          <a:bodyPr/>
          <a:lstStyle/>
          <a:p>
            <a:r>
              <a:rPr lang="en-US" sz="1800" b="1" dirty="0">
                <a:solidFill>
                  <a:srgbClr val="333F70"/>
                </a:solidFill>
                <a:latin typeface="Unbounded Bold" pitchFamily="34" charset="0"/>
                <a:ea typeface="Unbounded Bold" pitchFamily="34" charset="-122"/>
                <a:cs typeface="Unbounded Bold" pitchFamily="34" charset="-120"/>
              </a:rPr>
              <a:t>Coaching Feedback</a:t>
            </a:r>
            <a:endParaRPr lang="en-US" sz="1800" dirty="0"/>
          </a:p>
          <a:p>
            <a:endParaRPr lang="en-IN" sz="1050" dirty="0"/>
          </a:p>
          <a:p>
            <a:r>
              <a:rPr lang="en-US" sz="1458" dirty="0">
                <a:solidFill>
                  <a:srgbClr val="333F70"/>
                </a:solidFill>
                <a:latin typeface="Open Sans" pitchFamily="34" charset="0"/>
                <a:ea typeface="Open Sans" pitchFamily="34" charset="-122"/>
                <a:cs typeface="Open Sans" pitchFamily="34" charset="-120"/>
              </a:rPr>
              <a:t>Improves individuals through continuous support and guidance.</a:t>
            </a:r>
          </a:p>
          <a:p>
            <a:endParaRPr lang="en-IN" dirty="0"/>
          </a:p>
        </p:txBody>
      </p:sp>
      <p:sp>
        <p:nvSpPr>
          <p:cNvPr id="14" name="TextBox 13">
            <a:extLst>
              <a:ext uri="{FF2B5EF4-FFF2-40B4-BE49-F238E27FC236}">
                <a16:creationId xmlns:a16="http://schemas.microsoft.com/office/drawing/2014/main" id="{8918798E-FAC4-50A9-9036-2982A97C379A}"/>
              </a:ext>
            </a:extLst>
          </p:cNvPr>
          <p:cNvSpPr txBox="1"/>
          <p:nvPr/>
        </p:nvSpPr>
        <p:spPr>
          <a:xfrm>
            <a:off x="661393" y="5319493"/>
            <a:ext cx="6096000" cy="923330"/>
          </a:xfrm>
          <a:prstGeom prst="rect">
            <a:avLst/>
          </a:prstGeom>
          <a:noFill/>
        </p:spPr>
        <p:txBody>
          <a:bodyPr wrap="square">
            <a:spAutoFit/>
          </a:bodyPr>
          <a:lstStyle/>
          <a:p>
            <a:pPr marR="0" lvl="0" rtl="0"/>
            <a:r>
              <a:rPr lang="en-IN" b="0" i="0" u="none" strike="noStrike" kern="100" baseline="0" dirty="0">
                <a:solidFill>
                  <a:srgbClr val="0F4761"/>
                </a:solidFill>
                <a:latin typeface="Times New Roman" panose="02020603050405020304" pitchFamily="18" charset="0"/>
              </a:rPr>
              <a:t>Sales, training, and coaching feedback work together to improve performance, drive results, and foster continuous growth in both individuals and organizations.</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2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750"/>
                            </p:stCondLst>
                            <p:childTnLst>
                              <p:par>
                                <p:cTn id="10" presetID="53" presetClass="entr" presetSubtype="16"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par>
                          <p:cTn id="15" fill="hold">
                            <p:stCondLst>
                              <p:cond delay="1250"/>
                            </p:stCondLst>
                            <p:childTnLst>
                              <p:par>
                                <p:cTn id="16" presetID="53" presetClass="entr" presetSubtype="16" fill="hold" grpId="0" nodeType="afterEffect">
                                  <p:stCondLst>
                                    <p:cond delay="250"/>
                                  </p:stCondLst>
                                  <p:childTnLst>
                                    <p:set>
                                      <p:cBhvr>
                                        <p:cTn id="17" dur="1" fill="hold">
                                          <p:stCondLst>
                                            <p:cond delay="0"/>
                                          </p:stCondLst>
                                        </p:cTn>
                                        <p:tgtEl>
                                          <p:spTgt spid="4"/>
                                        </p:tgtEl>
                                        <p:attrNameLst>
                                          <p:attrName>style.visibility</p:attrName>
                                        </p:attrNameLst>
                                      </p:cBhvr>
                                      <p:to>
                                        <p:strVal val="visible"/>
                                      </p:to>
                                    </p:set>
                                    <p:anim calcmode="lin" valueType="num">
                                      <p:cBhvr>
                                        <p:cTn id="18" dur="500" fill="hold"/>
                                        <p:tgtEl>
                                          <p:spTgt spid="4"/>
                                        </p:tgtEl>
                                        <p:attrNameLst>
                                          <p:attrName>ppt_w</p:attrName>
                                        </p:attrNameLst>
                                      </p:cBhvr>
                                      <p:tavLst>
                                        <p:tav tm="0">
                                          <p:val>
                                            <p:fltVal val="0"/>
                                          </p:val>
                                        </p:tav>
                                        <p:tav tm="100000">
                                          <p:val>
                                            <p:strVal val="#ppt_w"/>
                                          </p:val>
                                        </p:tav>
                                      </p:tavLst>
                                    </p:anim>
                                    <p:anim calcmode="lin" valueType="num">
                                      <p:cBhvr>
                                        <p:cTn id="19" dur="500" fill="hold"/>
                                        <p:tgtEl>
                                          <p:spTgt spid="4"/>
                                        </p:tgtEl>
                                        <p:attrNameLst>
                                          <p:attrName>ppt_h</p:attrName>
                                        </p:attrNameLst>
                                      </p:cBhvr>
                                      <p:tavLst>
                                        <p:tav tm="0">
                                          <p:val>
                                            <p:fltVal val="0"/>
                                          </p:val>
                                        </p:tav>
                                        <p:tav tm="100000">
                                          <p:val>
                                            <p:strVal val="#ppt_h"/>
                                          </p:val>
                                        </p:tav>
                                      </p:tavLst>
                                    </p:anim>
                                    <p:animEffect transition="in" filter="fade">
                                      <p:cBhvr>
                                        <p:cTn id="20" dur="500"/>
                                        <p:tgtEl>
                                          <p:spTgt spid="4"/>
                                        </p:tgtEl>
                                      </p:cBhvr>
                                    </p:animEffect>
                                  </p:childTnLst>
                                </p:cTn>
                              </p:par>
                            </p:childTnLst>
                          </p:cTn>
                        </p:par>
                        <p:par>
                          <p:cTn id="21" fill="hold">
                            <p:stCondLst>
                              <p:cond delay="2000"/>
                            </p:stCondLst>
                            <p:childTnLst>
                              <p:par>
                                <p:cTn id="22" presetID="53" presetClass="entr" presetSubtype="16" fill="hold" grpId="0" nodeType="afterEffect">
                                  <p:stCondLst>
                                    <p:cond delay="250"/>
                                  </p:stCondLst>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ppt_w</p:attrName>
                                        </p:attrNameLst>
                                      </p:cBhvr>
                                      <p:tavLst>
                                        <p:tav tm="0">
                                          <p:val>
                                            <p:fltVal val="0"/>
                                          </p:val>
                                        </p:tav>
                                        <p:tav tm="100000">
                                          <p:val>
                                            <p:strVal val="#ppt_w"/>
                                          </p:val>
                                        </p:tav>
                                      </p:tavLst>
                                    </p:anim>
                                    <p:anim calcmode="lin" valueType="num">
                                      <p:cBhvr>
                                        <p:cTn id="25" dur="500" fill="hold"/>
                                        <p:tgtEl>
                                          <p:spTgt spid="7"/>
                                        </p:tgtEl>
                                        <p:attrNameLst>
                                          <p:attrName>ppt_h</p:attrName>
                                        </p:attrNameLst>
                                      </p:cBhvr>
                                      <p:tavLst>
                                        <p:tav tm="0">
                                          <p:val>
                                            <p:fltVal val="0"/>
                                          </p:val>
                                        </p:tav>
                                        <p:tav tm="100000">
                                          <p:val>
                                            <p:strVal val="#ppt_h"/>
                                          </p:val>
                                        </p:tav>
                                      </p:tavLst>
                                    </p:anim>
                                    <p:animEffect transition="in" filter="fade">
                                      <p:cBhvr>
                                        <p:cTn id="26" dur="500"/>
                                        <p:tgtEl>
                                          <p:spTgt spid="7"/>
                                        </p:tgtEl>
                                      </p:cBhvr>
                                    </p:animEffect>
                                  </p:childTnLst>
                                </p:cTn>
                              </p:par>
                            </p:childTnLst>
                          </p:cTn>
                        </p:par>
                        <p:par>
                          <p:cTn id="27" fill="hold">
                            <p:stCondLst>
                              <p:cond delay="2750"/>
                            </p:stCondLst>
                            <p:childTnLst>
                              <p:par>
                                <p:cTn id="28" presetID="53" presetClass="entr" presetSubtype="16" fill="hold" grpId="0" nodeType="afterEffect">
                                  <p:stCondLst>
                                    <p:cond delay="250"/>
                                  </p:stCondLst>
                                  <p:childTnLst>
                                    <p:set>
                                      <p:cBhvr>
                                        <p:cTn id="29" dur="1" fill="hold">
                                          <p:stCondLst>
                                            <p:cond delay="0"/>
                                          </p:stCondLst>
                                        </p:cTn>
                                        <p:tgtEl>
                                          <p:spTgt spid="10"/>
                                        </p:tgtEl>
                                        <p:attrNameLst>
                                          <p:attrName>style.visibility</p:attrName>
                                        </p:attrNameLst>
                                      </p:cBhvr>
                                      <p:to>
                                        <p:strVal val="visible"/>
                                      </p:to>
                                    </p:set>
                                    <p:anim calcmode="lin" valueType="num">
                                      <p:cBhvr>
                                        <p:cTn id="30" dur="500" fill="hold"/>
                                        <p:tgtEl>
                                          <p:spTgt spid="10"/>
                                        </p:tgtEl>
                                        <p:attrNameLst>
                                          <p:attrName>ppt_w</p:attrName>
                                        </p:attrNameLst>
                                      </p:cBhvr>
                                      <p:tavLst>
                                        <p:tav tm="0">
                                          <p:val>
                                            <p:fltVal val="0"/>
                                          </p:val>
                                        </p:tav>
                                        <p:tav tm="100000">
                                          <p:val>
                                            <p:strVal val="#ppt_w"/>
                                          </p:val>
                                        </p:tav>
                                      </p:tavLst>
                                    </p:anim>
                                    <p:anim calcmode="lin" valueType="num">
                                      <p:cBhvr>
                                        <p:cTn id="31" dur="500" fill="hold"/>
                                        <p:tgtEl>
                                          <p:spTgt spid="10"/>
                                        </p:tgtEl>
                                        <p:attrNameLst>
                                          <p:attrName>ppt_h</p:attrName>
                                        </p:attrNameLst>
                                      </p:cBhvr>
                                      <p:tavLst>
                                        <p:tav tm="0">
                                          <p:val>
                                            <p:fltVal val="0"/>
                                          </p:val>
                                        </p:tav>
                                        <p:tav tm="100000">
                                          <p:val>
                                            <p:strVal val="#ppt_h"/>
                                          </p:val>
                                        </p:tav>
                                      </p:tavLst>
                                    </p:anim>
                                    <p:animEffect transition="in" filter="fade">
                                      <p:cBhvr>
                                        <p:cTn id="32" dur="500"/>
                                        <p:tgtEl>
                                          <p:spTgt spid="10"/>
                                        </p:tgtEl>
                                      </p:cBhvr>
                                    </p:animEffect>
                                  </p:childTnLst>
                                </p:cTn>
                              </p:par>
                            </p:childTnLst>
                          </p:cTn>
                        </p:par>
                        <p:par>
                          <p:cTn id="33" fill="hold">
                            <p:stCondLst>
                              <p:cond delay="3500"/>
                            </p:stCondLst>
                            <p:childTnLst>
                              <p:par>
                                <p:cTn id="34" presetID="53" presetClass="entr" presetSubtype="16" fill="hold" grpId="0" nodeType="afterEffect">
                                  <p:stCondLst>
                                    <p:cond delay="250"/>
                                  </p:stCondLst>
                                  <p:childTnLst>
                                    <p:set>
                                      <p:cBhvr>
                                        <p:cTn id="35" dur="1" fill="hold">
                                          <p:stCondLst>
                                            <p:cond delay="0"/>
                                          </p:stCondLst>
                                        </p:cTn>
                                        <p:tgtEl>
                                          <p:spTgt spid="14"/>
                                        </p:tgtEl>
                                        <p:attrNameLst>
                                          <p:attrName>style.visibility</p:attrName>
                                        </p:attrNameLst>
                                      </p:cBhvr>
                                      <p:to>
                                        <p:strVal val="visible"/>
                                      </p:to>
                                    </p:set>
                                    <p:anim calcmode="lin" valueType="num">
                                      <p:cBhvr>
                                        <p:cTn id="36" dur="500" fill="hold"/>
                                        <p:tgtEl>
                                          <p:spTgt spid="14"/>
                                        </p:tgtEl>
                                        <p:attrNameLst>
                                          <p:attrName>ppt_w</p:attrName>
                                        </p:attrNameLst>
                                      </p:cBhvr>
                                      <p:tavLst>
                                        <p:tav tm="0">
                                          <p:val>
                                            <p:fltVal val="0"/>
                                          </p:val>
                                        </p:tav>
                                        <p:tav tm="100000">
                                          <p:val>
                                            <p:strVal val="#ppt_w"/>
                                          </p:val>
                                        </p:tav>
                                      </p:tavLst>
                                    </p:anim>
                                    <p:anim calcmode="lin" valueType="num">
                                      <p:cBhvr>
                                        <p:cTn id="37" dur="500" fill="hold"/>
                                        <p:tgtEl>
                                          <p:spTgt spid="14"/>
                                        </p:tgtEl>
                                        <p:attrNameLst>
                                          <p:attrName>ppt_h</p:attrName>
                                        </p:attrNameLst>
                                      </p:cBhvr>
                                      <p:tavLst>
                                        <p:tav tm="0">
                                          <p:val>
                                            <p:fltVal val="0"/>
                                          </p:val>
                                        </p:tav>
                                        <p:tav tm="100000">
                                          <p:val>
                                            <p:strVal val="#ppt_h"/>
                                          </p:val>
                                        </p:tav>
                                      </p:tavLst>
                                    </p:anim>
                                    <p:animEffect transition="in" filter="fade">
                                      <p:cBhvr>
                                        <p:cTn id="3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7" grpId="0" animBg="1"/>
      <p:bldP spid="10" grpId="0" animBg="1"/>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E8AA9BD-5B28-4BB1-803B-54BB6E1B0DE1}"/>
              </a:ext>
            </a:extLst>
          </p:cNvPr>
          <p:cNvSpPr txBox="1"/>
          <p:nvPr/>
        </p:nvSpPr>
        <p:spPr>
          <a:xfrm>
            <a:off x="703216" y="3242265"/>
            <a:ext cx="11131432" cy="769441"/>
          </a:xfrm>
          <a:prstGeom prst="rect">
            <a:avLst/>
          </a:prstGeom>
          <a:noFill/>
        </p:spPr>
        <p:txBody>
          <a:bodyPr wrap="square" rtlCol="0">
            <a:spAutoFit/>
          </a:bodyPr>
          <a:lstStyle/>
          <a:p>
            <a:pPr algn="ctr"/>
            <a:r>
              <a:rPr lang="en-US" sz="4400" b="1" dirty="0">
                <a:solidFill>
                  <a:srgbClr val="4ED3D6"/>
                </a:solidFill>
                <a:latin typeface="Tw Cen MT" panose="020B0602020104020603" pitchFamily="34" charset="0"/>
              </a:rPr>
              <a:t>T H A N K YOU  F O R  YOUR VALUABLE TIME</a:t>
            </a:r>
          </a:p>
        </p:txBody>
      </p:sp>
      <p:pic>
        <p:nvPicPr>
          <p:cNvPr id="3" name="Picture 2">
            <a:extLst>
              <a:ext uri="{FF2B5EF4-FFF2-40B4-BE49-F238E27FC236}">
                <a16:creationId xmlns:a16="http://schemas.microsoft.com/office/drawing/2014/main" id="{50AD5817-10C9-4E0E-A247-63D6F743F8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78756" y="1203544"/>
            <a:ext cx="1244104" cy="1244104"/>
          </a:xfrm>
          <a:prstGeom prst="rect">
            <a:avLst/>
          </a:prstGeom>
        </p:spPr>
      </p:pic>
    </p:spTree>
    <p:extLst>
      <p:ext uri="{BB962C8B-B14F-4D97-AF65-F5344CB8AC3E}">
        <p14:creationId xmlns:p14="http://schemas.microsoft.com/office/powerpoint/2010/main" val="233846811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3" presetClass="entr" presetSubtype="16"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p:cTn id="13" dur="500" fill="hold"/>
                                        <p:tgtEl>
                                          <p:spTgt spid="4"/>
                                        </p:tgtEl>
                                        <p:attrNameLst>
                                          <p:attrName>ppt_w</p:attrName>
                                        </p:attrNameLst>
                                      </p:cBhvr>
                                      <p:tavLst>
                                        <p:tav tm="0">
                                          <p:val>
                                            <p:fltVal val="0"/>
                                          </p:val>
                                        </p:tav>
                                        <p:tav tm="100000">
                                          <p:val>
                                            <p:strVal val="#ppt_w"/>
                                          </p:val>
                                        </p:tav>
                                      </p:tavLst>
                                    </p:anim>
                                    <p:anim calcmode="lin" valueType="num">
                                      <p:cBhvr>
                                        <p:cTn id="14" dur="500" fill="hold"/>
                                        <p:tgtEl>
                                          <p:spTgt spid="4"/>
                                        </p:tgtEl>
                                        <p:attrNameLst>
                                          <p:attrName>ppt_h</p:attrName>
                                        </p:attrNameLst>
                                      </p:cBhvr>
                                      <p:tavLst>
                                        <p:tav tm="0">
                                          <p:val>
                                            <p:fltVal val="0"/>
                                          </p:val>
                                        </p:tav>
                                        <p:tav tm="100000">
                                          <p:val>
                                            <p:strVal val="#ppt_h"/>
                                          </p:val>
                                        </p:tav>
                                      </p:tavLst>
                                    </p:anim>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201</TotalTime>
  <Words>945</Words>
  <Application>Microsoft Office PowerPoint</Application>
  <PresentationFormat>Widescreen</PresentationFormat>
  <Paragraphs>143</Paragraphs>
  <Slides>9</Slides>
  <Notes>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9</vt:i4>
      </vt:variant>
    </vt:vector>
  </HeadingPairs>
  <TitlesOfParts>
    <vt:vector size="20" baseType="lpstr">
      <vt:lpstr>Aptos Display</vt:lpstr>
      <vt:lpstr>Arial</vt:lpstr>
      <vt:lpstr>Calibri</vt:lpstr>
      <vt:lpstr>Calibri Light</vt:lpstr>
      <vt:lpstr>Kanit Light</vt:lpstr>
      <vt:lpstr>Martel Sans</vt:lpstr>
      <vt:lpstr>Open Sans</vt:lpstr>
      <vt:lpstr>Times New Roman</vt:lpstr>
      <vt:lpstr>Tw Cen MT</vt:lpstr>
      <vt:lpstr>Unbounded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amit sankhyan</dc:creator>
  <cp:lastModifiedBy>amit sankhyan</cp:lastModifiedBy>
  <cp:revision>1</cp:revision>
  <dcterms:created xsi:type="dcterms:W3CDTF">2025-03-11T13:21:21Z</dcterms:created>
  <dcterms:modified xsi:type="dcterms:W3CDTF">2025-03-12T09:34:56Z</dcterms:modified>
</cp:coreProperties>
</file>